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204700" cy="8775700"/>
  <p:notesSz cx="12204700" cy="87757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447976" y="1778000"/>
            <a:ext cx="3308746" cy="825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30705" y="3847592"/>
            <a:ext cx="8543290" cy="1717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10235" y="1580261"/>
            <a:ext cx="5309044" cy="45346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85420" y="1580261"/>
            <a:ext cx="5309044" cy="45346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1047750"/>
          </a:xfrm>
          <a:custGeom>
            <a:avLst/>
            <a:gdLst/>
            <a:ahLst/>
            <a:cxnLst/>
            <a:rect l="l" t="t" r="r" b="b"/>
            <a:pathLst>
              <a:path w="12192000" h="1047750">
                <a:moveTo>
                  <a:pt x="12191999" y="1047749"/>
                </a:moveTo>
                <a:lnTo>
                  <a:pt x="0" y="104774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1047749"/>
                </a:lnTo>
                <a:close/>
              </a:path>
            </a:pathLst>
          </a:custGeom>
          <a:solidFill>
            <a:srgbClr val="2E7D3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54049" y="358775"/>
            <a:ext cx="6403975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0235" y="1580261"/>
            <a:ext cx="10984230" cy="45346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9598" y="6389751"/>
            <a:ext cx="3905504" cy="343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10235" y="6389751"/>
            <a:ext cx="2807081" cy="343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87384" y="6389751"/>
            <a:ext cx="2807081" cy="343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Relationship Id="rId9" Type="http://schemas.openxmlformats.org/officeDocument/2006/relationships/image" Target="../media/image35.png"/><Relationship Id="rId10" Type="http://schemas.openxmlformats.org/officeDocument/2006/relationships/image" Target="../media/image36.png"/><Relationship Id="rId11" Type="http://schemas.openxmlformats.org/officeDocument/2006/relationships/image" Target="../media/image37.png"/><Relationship Id="rId12" Type="http://schemas.openxmlformats.org/officeDocument/2006/relationships/image" Target="../media/image38.png"/><Relationship Id="rId13" Type="http://schemas.openxmlformats.org/officeDocument/2006/relationships/image" Target="../media/image39.png"/><Relationship Id="rId14" Type="http://schemas.openxmlformats.org/officeDocument/2006/relationships/image" Target="../media/image40.png"/><Relationship Id="rId15" Type="http://schemas.openxmlformats.org/officeDocument/2006/relationships/image" Target="../media/image41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Relationship Id="rId9" Type="http://schemas.openxmlformats.org/officeDocument/2006/relationships/image" Target="../media/image49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Relationship Id="rId8" Type="http://schemas.openxmlformats.org/officeDocument/2006/relationships/image" Target="../media/image61.png"/><Relationship Id="rId9" Type="http://schemas.openxmlformats.org/officeDocument/2006/relationships/image" Target="../media/image62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3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250" spc="-380"/>
              <a:t>Anna</a:t>
            </a:r>
            <a:r>
              <a:rPr dirty="0" sz="5250" spc="-325"/>
              <a:t> </a:t>
            </a:r>
            <a:r>
              <a:rPr dirty="0" sz="5250" spc="-305"/>
              <a:t>Mitra</a:t>
            </a:r>
            <a:endParaRPr sz="5250"/>
          </a:p>
        </p:txBody>
      </p:sp>
      <p:grpSp>
        <p:nvGrpSpPr>
          <p:cNvPr id="3" name="object 3" descr=""/>
          <p:cNvGrpSpPr/>
          <p:nvPr/>
        </p:nvGrpSpPr>
        <p:grpSpPr>
          <a:xfrm>
            <a:off x="4762499" y="2952749"/>
            <a:ext cx="2667000" cy="2095500"/>
            <a:chOff x="4762499" y="2952749"/>
            <a:chExt cx="2667000" cy="2095500"/>
          </a:xfrm>
        </p:grpSpPr>
        <p:sp>
          <p:nvSpPr>
            <p:cNvPr id="4" name="object 4" descr=""/>
            <p:cNvSpPr/>
            <p:nvPr/>
          </p:nvSpPr>
          <p:spPr>
            <a:xfrm>
              <a:off x="5381623" y="2952749"/>
              <a:ext cx="1428750" cy="38100"/>
            </a:xfrm>
            <a:custGeom>
              <a:avLst/>
              <a:gdLst/>
              <a:ahLst/>
              <a:cxnLst/>
              <a:rect l="l" t="t" r="r" b="b"/>
              <a:pathLst>
                <a:path w="1428750" h="38100">
                  <a:moveTo>
                    <a:pt x="1412226" y="38099"/>
                  </a:moveTo>
                  <a:lnTo>
                    <a:pt x="16523" y="38099"/>
                  </a:lnTo>
                  <a:lnTo>
                    <a:pt x="14093" y="37616"/>
                  </a:lnTo>
                  <a:lnTo>
                    <a:pt x="0" y="21575"/>
                  </a:lnTo>
                  <a:lnTo>
                    <a:pt x="0" y="19049"/>
                  </a:lnTo>
                  <a:lnTo>
                    <a:pt x="0" y="16523"/>
                  </a:lnTo>
                  <a:lnTo>
                    <a:pt x="16523" y="0"/>
                  </a:lnTo>
                  <a:lnTo>
                    <a:pt x="1412226" y="0"/>
                  </a:lnTo>
                  <a:lnTo>
                    <a:pt x="1428749" y="16523"/>
                  </a:lnTo>
                  <a:lnTo>
                    <a:pt x="1428749" y="21575"/>
                  </a:lnTo>
                  <a:lnTo>
                    <a:pt x="1414655" y="37616"/>
                  </a:lnTo>
                  <a:lnTo>
                    <a:pt x="1412226" y="38099"/>
                  </a:lnTo>
                  <a:close/>
                </a:path>
              </a:pathLst>
            </a:custGeom>
            <a:solidFill>
              <a:srgbClr val="8BC2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762499" y="4286249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0999" y="761999"/>
                  </a:moveTo>
                  <a:lnTo>
                    <a:pt x="334358" y="759134"/>
                  </a:lnTo>
                  <a:lnTo>
                    <a:pt x="288424" y="750582"/>
                  </a:lnTo>
                  <a:lnTo>
                    <a:pt x="243882" y="736470"/>
                  </a:lnTo>
                  <a:lnTo>
                    <a:pt x="201397" y="717011"/>
                  </a:lnTo>
                  <a:lnTo>
                    <a:pt x="161614" y="692497"/>
                  </a:lnTo>
                  <a:lnTo>
                    <a:pt x="125135" y="663302"/>
                  </a:lnTo>
                  <a:lnTo>
                    <a:pt x="92504" y="629860"/>
                  </a:lnTo>
                  <a:lnTo>
                    <a:pt x="64209" y="592671"/>
                  </a:lnTo>
                  <a:lnTo>
                    <a:pt x="40679" y="552299"/>
                  </a:lnTo>
                  <a:lnTo>
                    <a:pt x="22270" y="509354"/>
                  </a:lnTo>
                  <a:lnTo>
                    <a:pt x="9257" y="464480"/>
                  </a:lnTo>
                  <a:lnTo>
                    <a:pt x="1834" y="418344"/>
                  </a:lnTo>
                  <a:lnTo>
                    <a:pt x="0" y="380999"/>
                  </a:lnTo>
                  <a:lnTo>
                    <a:pt x="114" y="371647"/>
                  </a:lnTo>
                  <a:lnTo>
                    <a:pt x="4123" y="325095"/>
                  </a:lnTo>
                  <a:lnTo>
                    <a:pt x="13800" y="279384"/>
                  </a:lnTo>
                  <a:lnTo>
                    <a:pt x="29001" y="235196"/>
                  </a:lnTo>
                  <a:lnTo>
                    <a:pt x="49497" y="193202"/>
                  </a:lnTo>
                  <a:lnTo>
                    <a:pt x="74977" y="154038"/>
                  </a:lnTo>
                  <a:lnTo>
                    <a:pt x="105059" y="118286"/>
                  </a:lnTo>
                  <a:lnTo>
                    <a:pt x="139296" y="86482"/>
                  </a:lnTo>
                  <a:lnTo>
                    <a:pt x="177168" y="59108"/>
                  </a:lnTo>
                  <a:lnTo>
                    <a:pt x="218100" y="36579"/>
                  </a:lnTo>
                  <a:lnTo>
                    <a:pt x="261484" y="19230"/>
                  </a:lnTo>
                  <a:lnTo>
                    <a:pt x="306670" y="7320"/>
                  </a:lnTo>
                  <a:lnTo>
                    <a:pt x="352974" y="1032"/>
                  </a:lnTo>
                  <a:lnTo>
                    <a:pt x="380999" y="0"/>
                  </a:lnTo>
                  <a:lnTo>
                    <a:pt x="390353" y="114"/>
                  </a:lnTo>
                  <a:lnTo>
                    <a:pt x="436904" y="4123"/>
                  </a:lnTo>
                  <a:lnTo>
                    <a:pt x="482615" y="13800"/>
                  </a:lnTo>
                  <a:lnTo>
                    <a:pt x="526802" y="29001"/>
                  </a:lnTo>
                  <a:lnTo>
                    <a:pt x="568797" y="49497"/>
                  </a:lnTo>
                  <a:lnTo>
                    <a:pt x="607961" y="74977"/>
                  </a:lnTo>
                  <a:lnTo>
                    <a:pt x="643712" y="105059"/>
                  </a:lnTo>
                  <a:lnTo>
                    <a:pt x="675516" y="139295"/>
                  </a:lnTo>
                  <a:lnTo>
                    <a:pt x="702890" y="177167"/>
                  </a:lnTo>
                  <a:lnTo>
                    <a:pt x="725419" y="218101"/>
                  </a:lnTo>
                  <a:lnTo>
                    <a:pt x="742769" y="261484"/>
                  </a:lnTo>
                  <a:lnTo>
                    <a:pt x="754678" y="306670"/>
                  </a:lnTo>
                  <a:lnTo>
                    <a:pt x="760968" y="352974"/>
                  </a:lnTo>
                  <a:lnTo>
                    <a:pt x="761999" y="380999"/>
                  </a:lnTo>
                  <a:lnTo>
                    <a:pt x="761885" y="390353"/>
                  </a:lnTo>
                  <a:lnTo>
                    <a:pt x="757876" y="436904"/>
                  </a:lnTo>
                  <a:lnTo>
                    <a:pt x="748199" y="482614"/>
                  </a:lnTo>
                  <a:lnTo>
                    <a:pt x="732997" y="526801"/>
                  </a:lnTo>
                  <a:lnTo>
                    <a:pt x="712501" y="568796"/>
                  </a:lnTo>
                  <a:lnTo>
                    <a:pt x="687022" y="607960"/>
                  </a:lnTo>
                  <a:lnTo>
                    <a:pt x="656939" y="643712"/>
                  </a:lnTo>
                  <a:lnTo>
                    <a:pt x="622704" y="675516"/>
                  </a:lnTo>
                  <a:lnTo>
                    <a:pt x="584832" y="702890"/>
                  </a:lnTo>
                  <a:lnTo>
                    <a:pt x="543898" y="725420"/>
                  </a:lnTo>
                  <a:lnTo>
                    <a:pt x="500515" y="742769"/>
                  </a:lnTo>
                  <a:lnTo>
                    <a:pt x="455329" y="754678"/>
                  </a:lnTo>
                  <a:lnTo>
                    <a:pt x="409025" y="760968"/>
                  </a:lnTo>
                  <a:lnTo>
                    <a:pt x="380999" y="761999"/>
                  </a:lnTo>
                  <a:close/>
                </a:path>
              </a:pathLst>
            </a:custGeom>
            <a:solidFill>
              <a:srgbClr val="FFFFFF">
                <a:alpha val="1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00476" y="4508499"/>
              <a:ext cx="285750" cy="317500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5714999" y="4286249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0999" y="761999"/>
                  </a:moveTo>
                  <a:lnTo>
                    <a:pt x="334358" y="759134"/>
                  </a:lnTo>
                  <a:lnTo>
                    <a:pt x="288424" y="750582"/>
                  </a:lnTo>
                  <a:lnTo>
                    <a:pt x="243881" y="736470"/>
                  </a:lnTo>
                  <a:lnTo>
                    <a:pt x="201397" y="717011"/>
                  </a:lnTo>
                  <a:lnTo>
                    <a:pt x="161614" y="692497"/>
                  </a:lnTo>
                  <a:lnTo>
                    <a:pt x="125135" y="663302"/>
                  </a:lnTo>
                  <a:lnTo>
                    <a:pt x="92505" y="629860"/>
                  </a:lnTo>
                  <a:lnTo>
                    <a:pt x="64209" y="592671"/>
                  </a:lnTo>
                  <a:lnTo>
                    <a:pt x="40679" y="552299"/>
                  </a:lnTo>
                  <a:lnTo>
                    <a:pt x="22271" y="509354"/>
                  </a:lnTo>
                  <a:lnTo>
                    <a:pt x="9257" y="464480"/>
                  </a:lnTo>
                  <a:lnTo>
                    <a:pt x="1834" y="418344"/>
                  </a:lnTo>
                  <a:lnTo>
                    <a:pt x="0" y="380999"/>
                  </a:lnTo>
                  <a:lnTo>
                    <a:pt x="114" y="371647"/>
                  </a:lnTo>
                  <a:lnTo>
                    <a:pt x="4122" y="325095"/>
                  </a:lnTo>
                  <a:lnTo>
                    <a:pt x="13799" y="279384"/>
                  </a:lnTo>
                  <a:lnTo>
                    <a:pt x="29001" y="235196"/>
                  </a:lnTo>
                  <a:lnTo>
                    <a:pt x="49498" y="193202"/>
                  </a:lnTo>
                  <a:lnTo>
                    <a:pt x="74977" y="154038"/>
                  </a:lnTo>
                  <a:lnTo>
                    <a:pt x="105059" y="118286"/>
                  </a:lnTo>
                  <a:lnTo>
                    <a:pt x="139296" y="86482"/>
                  </a:lnTo>
                  <a:lnTo>
                    <a:pt x="177167" y="59108"/>
                  </a:lnTo>
                  <a:lnTo>
                    <a:pt x="218100" y="36579"/>
                  </a:lnTo>
                  <a:lnTo>
                    <a:pt x="261484" y="19230"/>
                  </a:lnTo>
                  <a:lnTo>
                    <a:pt x="306670" y="7320"/>
                  </a:lnTo>
                  <a:lnTo>
                    <a:pt x="352975" y="1032"/>
                  </a:lnTo>
                  <a:lnTo>
                    <a:pt x="380999" y="0"/>
                  </a:lnTo>
                  <a:lnTo>
                    <a:pt x="390353" y="114"/>
                  </a:lnTo>
                  <a:lnTo>
                    <a:pt x="436904" y="4123"/>
                  </a:lnTo>
                  <a:lnTo>
                    <a:pt x="482615" y="13800"/>
                  </a:lnTo>
                  <a:lnTo>
                    <a:pt x="526802" y="29001"/>
                  </a:lnTo>
                  <a:lnTo>
                    <a:pt x="568796" y="49497"/>
                  </a:lnTo>
                  <a:lnTo>
                    <a:pt x="607961" y="74977"/>
                  </a:lnTo>
                  <a:lnTo>
                    <a:pt x="643712" y="105059"/>
                  </a:lnTo>
                  <a:lnTo>
                    <a:pt x="675516" y="139295"/>
                  </a:lnTo>
                  <a:lnTo>
                    <a:pt x="702890" y="177167"/>
                  </a:lnTo>
                  <a:lnTo>
                    <a:pt x="725420" y="218101"/>
                  </a:lnTo>
                  <a:lnTo>
                    <a:pt x="742770" y="261484"/>
                  </a:lnTo>
                  <a:lnTo>
                    <a:pt x="754678" y="306670"/>
                  </a:lnTo>
                  <a:lnTo>
                    <a:pt x="760968" y="352974"/>
                  </a:lnTo>
                  <a:lnTo>
                    <a:pt x="761999" y="380999"/>
                  </a:lnTo>
                  <a:lnTo>
                    <a:pt x="761885" y="390353"/>
                  </a:lnTo>
                  <a:lnTo>
                    <a:pt x="757876" y="436904"/>
                  </a:lnTo>
                  <a:lnTo>
                    <a:pt x="748199" y="482614"/>
                  </a:lnTo>
                  <a:lnTo>
                    <a:pt x="732997" y="526801"/>
                  </a:lnTo>
                  <a:lnTo>
                    <a:pt x="712501" y="568796"/>
                  </a:lnTo>
                  <a:lnTo>
                    <a:pt x="687021" y="607960"/>
                  </a:lnTo>
                  <a:lnTo>
                    <a:pt x="656939" y="643712"/>
                  </a:lnTo>
                  <a:lnTo>
                    <a:pt x="622703" y="675516"/>
                  </a:lnTo>
                  <a:lnTo>
                    <a:pt x="584831" y="702890"/>
                  </a:lnTo>
                  <a:lnTo>
                    <a:pt x="543898" y="725420"/>
                  </a:lnTo>
                  <a:lnTo>
                    <a:pt x="500515" y="742769"/>
                  </a:lnTo>
                  <a:lnTo>
                    <a:pt x="455329" y="754678"/>
                  </a:lnTo>
                  <a:lnTo>
                    <a:pt x="409025" y="760968"/>
                  </a:lnTo>
                  <a:lnTo>
                    <a:pt x="380999" y="761999"/>
                  </a:lnTo>
                  <a:close/>
                </a:path>
              </a:pathLst>
            </a:custGeom>
            <a:solidFill>
              <a:srgbClr val="FFFFFF">
                <a:alpha val="1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52975" y="4508499"/>
              <a:ext cx="285750" cy="317500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6667499" y="4286249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0999" y="761999"/>
                  </a:moveTo>
                  <a:lnTo>
                    <a:pt x="334359" y="759134"/>
                  </a:lnTo>
                  <a:lnTo>
                    <a:pt x="288424" y="750582"/>
                  </a:lnTo>
                  <a:lnTo>
                    <a:pt x="243882" y="736470"/>
                  </a:lnTo>
                  <a:lnTo>
                    <a:pt x="201397" y="717011"/>
                  </a:lnTo>
                  <a:lnTo>
                    <a:pt x="161614" y="692497"/>
                  </a:lnTo>
                  <a:lnTo>
                    <a:pt x="125135" y="663302"/>
                  </a:lnTo>
                  <a:lnTo>
                    <a:pt x="92505" y="629860"/>
                  </a:lnTo>
                  <a:lnTo>
                    <a:pt x="64209" y="592671"/>
                  </a:lnTo>
                  <a:lnTo>
                    <a:pt x="40679" y="552299"/>
                  </a:lnTo>
                  <a:lnTo>
                    <a:pt x="22271" y="509354"/>
                  </a:lnTo>
                  <a:lnTo>
                    <a:pt x="9257" y="464480"/>
                  </a:lnTo>
                  <a:lnTo>
                    <a:pt x="1834" y="418344"/>
                  </a:lnTo>
                  <a:lnTo>
                    <a:pt x="0" y="380999"/>
                  </a:lnTo>
                  <a:lnTo>
                    <a:pt x="114" y="371647"/>
                  </a:lnTo>
                  <a:lnTo>
                    <a:pt x="4122" y="325095"/>
                  </a:lnTo>
                  <a:lnTo>
                    <a:pt x="13799" y="279384"/>
                  </a:lnTo>
                  <a:lnTo>
                    <a:pt x="29001" y="235196"/>
                  </a:lnTo>
                  <a:lnTo>
                    <a:pt x="49497" y="193202"/>
                  </a:lnTo>
                  <a:lnTo>
                    <a:pt x="74977" y="154038"/>
                  </a:lnTo>
                  <a:lnTo>
                    <a:pt x="105059" y="118286"/>
                  </a:lnTo>
                  <a:lnTo>
                    <a:pt x="139295" y="86482"/>
                  </a:lnTo>
                  <a:lnTo>
                    <a:pt x="177167" y="59108"/>
                  </a:lnTo>
                  <a:lnTo>
                    <a:pt x="218100" y="36579"/>
                  </a:lnTo>
                  <a:lnTo>
                    <a:pt x="261484" y="19230"/>
                  </a:lnTo>
                  <a:lnTo>
                    <a:pt x="306670" y="7320"/>
                  </a:lnTo>
                  <a:lnTo>
                    <a:pt x="352975" y="1032"/>
                  </a:lnTo>
                  <a:lnTo>
                    <a:pt x="380999" y="0"/>
                  </a:lnTo>
                  <a:lnTo>
                    <a:pt x="390353" y="114"/>
                  </a:lnTo>
                  <a:lnTo>
                    <a:pt x="436904" y="4123"/>
                  </a:lnTo>
                  <a:lnTo>
                    <a:pt x="482613" y="13800"/>
                  </a:lnTo>
                  <a:lnTo>
                    <a:pt x="526801" y="29001"/>
                  </a:lnTo>
                  <a:lnTo>
                    <a:pt x="568795" y="49497"/>
                  </a:lnTo>
                  <a:lnTo>
                    <a:pt x="607960" y="74977"/>
                  </a:lnTo>
                  <a:lnTo>
                    <a:pt x="643712" y="105059"/>
                  </a:lnTo>
                  <a:lnTo>
                    <a:pt x="675516" y="139295"/>
                  </a:lnTo>
                  <a:lnTo>
                    <a:pt x="702889" y="177167"/>
                  </a:lnTo>
                  <a:lnTo>
                    <a:pt x="725419" y="218101"/>
                  </a:lnTo>
                  <a:lnTo>
                    <a:pt x="742768" y="261484"/>
                  </a:lnTo>
                  <a:lnTo>
                    <a:pt x="754678" y="306670"/>
                  </a:lnTo>
                  <a:lnTo>
                    <a:pt x="760967" y="352974"/>
                  </a:lnTo>
                  <a:lnTo>
                    <a:pt x="761999" y="380999"/>
                  </a:lnTo>
                  <a:lnTo>
                    <a:pt x="761885" y="390353"/>
                  </a:lnTo>
                  <a:lnTo>
                    <a:pt x="757876" y="436904"/>
                  </a:lnTo>
                  <a:lnTo>
                    <a:pt x="748198" y="482614"/>
                  </a:lnTo>
                  <a:lnTo>
                    <a:pt x="732997" y="526801"/>
                  </a:lnTo>
                  <a:lnTo>
                    <a:pt x="712501" y="568796"/>
                  </a:lnTo>
                  <a:lnTo>
                    <a:pt x="687021" y="607960"/>
                  </a:lnTo>
                  <a:lnTo>
                    <a:pt x="656939" y="643712"/>
                  </a:lnTo>
                  <a:lnTo>
                    <a:pt x="622702" y="675516"/>
                  </a:lnTo>
                  <a:lnTo>
                    <a:pt x="584831" y="702890"/>
                  </a:lnTo>
                  <a:lnTo>
                    <a:pt x="543897" y="725420"/>
                  </a:lnTo>
                  <a:lnTo>
                    <a:pt x="500514" y="742769"/>
                  </a:lnTo>
                  <a:lnTo>
                    <a:pt x="455328" y="754678"/>
                  </a:lnTo>
                  <a:lnTo>
                    <a:pt x="409025" y="760968"/>
                  </a:lnTo>
                  <a:lnTo>
                    <a:pt x="380999" y="761999"/>
                  </a:lnTo>
                  <a:close/>
                </a:path>
              </a:pathLst>
            </a:custGeom>
            <a:solidFill>
              <a:srgbClr val="FFFFFF">
                <a:alpha val="1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70550" y="4556124"/>
              <a:ext cx="355600" cy="222250"/>
            </a:xfrm>
            <a:prstGeom prst="rect">
              <a:avLst/>
            </a:prstGeom>
          </p:spPr>
        </p:pic>
      </p:grpSp>
      <p:sp>
        <p:nvSpPr>
          <p:cNvPr id="11" name="object 11" descr=""/>
          <p:cNvSpPr txBox="1"/>
          <p:nvPr/>
        </p:nvSpPr>
        <p:spPr>
          <a:xfrm>
            <a:off x="4399756" y="3263900"/>
            <a:ext cx="338772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solidFill>
                  <a:srgbClr val="FFFFFF"/>
                </a:solidFill>
                <a:latin typeface="Tahoma"/>
                <a:cs typeface="Tahoma"/>
              </a:rPr>
              <a:t>Food</a:t>
            </a:r>
            <a:r>
              <a:rPr dirty="0" sz="2100" spc="-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FFFFFF"/>
                </a:solidFill>
                <a:latin typeface="Tahoma"/>
                <a:cs typeface="Tahoma"/>
              </a:rPr>
              <a:t>Redistribution</a:t>
            </a:r>
            <a:r>
              <a:rPr dirty="0" sz="2100" spc="-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Tahoma"/>
                <a:cs typeface="Tahoma"/>
              </a:rPr>
              <a:t>Platform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311054" y="6226174"/>
            <a:ext cx="356552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0">
                <a:solidFill>
                  <a:srgbClr val="FFFFFF"/>
                </a:solidFill>
                <a:latin typeface="Tahoma"/>
                <a:cs typeface="Tahoma"/>
              </a:rPr>
              <a:t>Team</a:t>
            </a:r>
            <a:r>
              <a:rPr dirty="0" sz="1500" spc="-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FFFFFF"/>
                </a:solidFill>
                <a:latin typeface="Tahoma"/>
                <a:cs typeface="Tahoma"/>
              </a:rPr>
              <a:t>EcoVision</a:t>
            </a:r>
            <a:r>
              <a:rPr dirty="0" sz="1500" spc="-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500" spc="-225">
                <a:solidFill>
                  <a:srgbClr val="FFFFFF"/>
                </a:solidFill>
                <a:latin typeface="Tahoma"/>
                <a:cs typeface="Tahoma"/>
              </a:rPr>
              <a:t>|</a:t>
            </a:r>
            <a:r>
              <a:rPr dirty="0" sz="1500" spc="-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FFFFFF"/>
                </a:solidFill>
                <a:latin typeface="Tahoma"/>
                <a:cs typeface="Tahoma"/>
              </a:rPr>
              <a:t>Group</a:t>
            </a:r>
            <a:r>
              <a:rPr dirty="0" sz="1500" spc="-90">
                <a:solidFill>
                  <a:srgbClr val="FFFFFF"/>
                </a:solidFill>
                <a:latin typeface="Tahoma"/>
                <a:cs typeface="Tahoma"/>
              </a:rPr>
              <a:t> 6 </a:t>
            </a:r>
            <a:r>
              <a:rPr dirty="0" sz="1500" spc="-225">
                <a:solidFill>
                  <a:srgbClr val="FFFFFF"/>
                </a:solidFill>
                <a:latin typeface="Tahoma"/>
                <a:cs typeface="Tahoma"/>
              </a:rPr>
              <a:t>|</a:t>
            </a:r>
            <a:r>
              <a:rPr dirty="0" sz="1500" spc="-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FFFFFF"/>
                </a:solidFill>
                <a:latin typeface="Tahoma"/>
                <a:cs typeface="Tahoma"/>
              </a:rPr>
              <a:t>November</a:t>
            </a:r>
            <a:r>
              <a:rPr dirty="0" sz="1500" spc="-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Tahoma"/>
                <a:cs typeface="Tahoma"/>
              </a:rPr>
              <a:t>2025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4049" y="358775"/>
            <a:ext cx="216281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15"/>
              <a:t>Team</a:t>
            </a:r>
            <a:r>
              <a:rPr dirty="0" spc="-270"/>
              <a:t> </a:t>
            </a:r>
            <a:r>
              <a:rPr dirty="0" spc="-180"/>
              <a:t>Details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563879" y="1267968"/>
            <a:ext cx="3663950" cy="1731645"/>
            <a:chOff x="563879" y="1267968"/>
            <a:chExt cx="3663950" cy="1731645"/>
          </a:xfrm>
        </p:grpSpPr>
        <p:sp>
          <p:nvSpPr>
            <p:cNvPr id="4" name="object 4" descr=""/>
            <p:cNvSpPr/>
            <p:nvPr/>
          </p:nvSpPr>
          <p:spPr>
            <a:xfrm>
              <a:off x="563879" y="1267968"/>
              <a:ext cx="3663950" cy="1731645"/>
            </a:xfrm>
            <a:custGeom>
              <a:avLst/>
              <a:gdLst/>
              <a:ahLst/>
              <a:cxnLst/>
              <a:rect l="l" t="t" r="r" b="b"/>
              <a:pathLst>
                <a:path w="3663950" h="1731645">
                  <a:moveTo>
                    <a:pt x="3663695" y="1731263"/>
                  </a:moveTo>
                  <a:lnTo>
                    <a:pt x="0" y="1731263"/>
                  </a:lnTo>
                  <a:lnTo>
                    <a:pt x="0" y="0"/>
                  </a:lnTo>
                  <a:lnTo>
                    <a:pt x="3663695" y="0"/>
                  </a:lnTo>
                  <a:lnTo>
                    <a:pt x="3663695" y="75056"/>
                  </a:lnTo>
                  <a:lnTo>
                    <a:pt x="217169" y="75056"/>
                  </a:lnTo>
                  <a:lnTo>
                    <a:pt x="206848" y="75555"/>
                  </a:lnTo>
                  <a:lnTo>
                    <a:pt x="167729" y="87442"/>
                  </a:lnTo>
                  <a:lnTo>
                    <a:pt x="136136" y="113395"/>
                  </a:lnTo>
                  <a:lnTo>
                    <a:pt x="116881" y="149462"/>
                  </a:lnTo>
                  <a:lnTo>
                    <a:pt x="112394" y="179831"/>
                  </a:lnTo>
                  <a:lnTo>
                    <a:pt x="112394" y="1475231"/>
                  </a:lnTo>
                  <a:lnTo>
                    <a:pt x="120370" y="1515327"/>
                  </a:lnTo>
                  <a:lnTo>
                    <a:pt x="143082" y="1549318"/>
                  </a:lnTo>
                  <a:lnTo>
                    <a:pt x="177074" y="1572031"/>
                  </a:lnTo>
                  <a:lnTo>
                    <a:pt x="217169" y="1580006"/>
                  </a:lnTo>
                  <a:lnTo>
                    <a:pt x="3663695" y="1580006"/>
                  </a:lnTo>
                  <a:lnTo>
                    <a:pt x="3663695" y="1731263"/>
                  </a:lnTo>
                  <a:close/>
                </a:path>
                <a:path w="3663950" h="1731645">
                  <a:moveTo>
                    <a:pt x="3663695" y="1580006"/>
                  </a:moveTo>
                  <a:lnTo>
                    <a:pt x="3446144" y="1580006"/>
                  </a:lnTo>
                  <a:lnTo>
                    <a:pt x="3456466" y="1579508"/>
                  </a:lnTo>
                  <a:lnTo>
                    <a:pt x="3466589" y="1578012"/>
                  </a:lnTo>
                  <a:lnTo>
                    <a:pt x="3504365" y="1562365"/>
                  </a:lnTo>
                  <a:lnTo>
                    <a:pt x="3533278" y="1533452"/>
                  </a:lnTo>
                  <a:lnTo>
                    <a:pt x="3548925" y="1495676"/>
                  </a:lnTo>
                  <a:lnTo>
                    <a:pt x="3550919" y="1475231"/>
                  </a:lnTo>
                  <a:lnTo>
                    <a:pt x="3550919" y="179831"/>
                  </a:lnTo>
                  <a:lnTo>
                    <a:pt x="3542944" y="139736"/>
                  </a:lnTo>
                  <a:lnTo>
                    <a:pt x="3520231" y="105744"/>
                  </a:lnTo>
                  <a:lnTo>
                    <a:pt x="3486240" y="83032"/>
                  </a:lnTo>
                  <a:lnTo>
                    <a:pt x="3446144" y="75056"/>
                  </a:lnTo>
                  <a:lnTo>
                    <a:pt x="3663695" y="75056"/>
                  </a:lnTo>
                  <a:lnTo>
                    <a:pt x="3663695" y="1580006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66749" y="1333499"/>
              <a:ext cx="3457575" cy="1524000"/>
            </a:xfrm>
            <a:custGeom>
              <a:avLst/>
              <a:gdLst/>
              <a:ahLst/>
              <a:cxnLst/>
              <a:rect l="l" t="t" r="r" b="b"/>
              <a:pathLst>
                <a:path w="3457575" h="1524000">
                  <a:moveTo>
                    <a:pt x="3350779" y="1523999"/>
                  </a:moveTo>
                  <a:lnTo>
                    <a:pt x="106794" y="1523999"/>
                  </a:lnTo>
                  <a:lnTo>
                    <a:pt x="99361" y="1523267"/>
                  </a:lnTo>
                  <a:lnTo>
                    <a:pt x="57038" y="1508905"/>
                  </a:lnTo>
                  <a:lnTo>
                    <a:pt x="23432" y="1479441"/>
                  </a:lnTo>
                  <a:lnTo>
                    <a:pt x="3660" y="1439359"/>
                  </a:lnTo>
                  <a:lnTo>
                    <a:pt x="0" y="1417204"/>
                  </a:lnTo>
                  <a:lnTo>
                    <a:pt x="0" y="1409699"/>
                  </a:lnTo>
                  <a:lnTo>
                    <a:pt x="0" y="106794"/>
                  </a:lnTo>
                  <a:lnTo>
                    <a:pt x="11572" y="63625"/>
                  </a:lnTo>
                  <a:lnTo>
                    <a:pt x="38784" y="28170"/>
                  </a:lnTo>
                  <a:lnTo>
                    <a:pt x="77492" y="5828"/>
                  </a:lnTo>
                  <a:lnTo>
                    <a:pt x="106794" y="0"/>
                  </a:lnTo>
                  <a:lnTo>
                    <a:pt x="3350779" y="0"/>
                  </a:lnTo>
                  <a:lnTo>
                    <a:pt x="3393948" y="11572"/>
                  </a:lnTo>
                  <a:lnTo>
                    <a:pt x="3429403" y="38784"/>
                  </a:lnTo>
                  <a:lnTo>
                    <a:pt x="3451745" y="77492"/>
                  </a:lnTo>
                  <a:lnTo>
                    <a:pt x="3457574" y="106794"/>
                  </a:lnTo>
                  <a:lnTo>
                    <a:pt x="3457574" y="1417204"/>
                  </a:lnTo>
                  <a:lnTo>
                    <a:pt x="3446001" y="1460374"/>
                  </a:lnTo>
                  <a:lnTo>
                    <a:pt x="3418789" y="1495828"/>
                  </a:lnTo>
                  <a:lnTo>
                    <a:pt x="3380080" y="1518170"/>
                  </a:lnTo>
                  <a:lnTo>
                    <a:pt x="3358212" y="1523267"/>
                  </a:lnTo>
                  <a:lnTo>
                    <a:pt x="3350779" y="1523999"/>
                  </a:lnTo>
                  <a:close/>
                </a:path>
              </a:pathLst>
            </a:custGeom>
            <a:solidFill>
              <a:srgbClr val="F1F7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57249" y="2095499"/>
              <a:ext cx="3076575" cy="19050"/>
            </a:xfrm>
            <a:custGeom>
              <a:avLst/>
              <a:gdLst/>
              <a:ahLst/>
              <a:cxnLst/>
              <a:rect l="l" t="t" r="r" b="b"/>
              <a:pathLst>
                <a:path w="3076575" h="19050">
                  <a:moveTo>
                    <a:pt x="3076574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3076574" y="0"/>
                  </a:lnTo>
                  <a:lnTo>
                    <a:pt x="3076574" y="19049"/>
                  </a:lnTo>
                  <a:close/>
                </a:path>
              </a:pathLst>
            </a:custGeom>
            <a:solidFill>
              <a:srgbClr val="2E7D32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857249" y="1523999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3" y="476249"/>
                  </a:moveTo>
                  <a:lnTo>
                    <a:pt x="230326" y="476249"/>
                  </a:lnTo>
                  <a:lnTo>
                    <a:pt x="222546" y="475867"/>
                  </a:lnTo>
                  <a:lnTo>
                    <a:pt x="184020" y="470152"/>
                  </a:lnTo>
                  <a:lnTo>
                    <a:pt x="139793" y="455139"/>
                  </a:lnTo>
                  <a:lnTo>
                    <a:pt x="99345" y="431785"/>
                  </a:lnTo>
                  <a:lnTo>
                    <a:pt x="64230" y="400990"/>
                  </a:lnTo>
                  <a:lnTo>
                    <a:pt x="35798" y="363935"/>
                  </a:lnTo>
                  <a:lnTo>
                    <a:pt x="15141" y="322045"/>
                  </a:lnTo>
                  <a:lnTo>
                    <a:pt x="3054" y="276931"/>
                  </a:lnTo>
                  <a:lnTo>
                    <a:pt x="0" y="245923"/>
                  </a:lnTo>
                  <a:lnTo>
                    <a:pt x="0" y="230326"/>
                  </a:lnTo>
                  <a:lnTo>
                    <a:pt x="6097" y="184019"/>
                  </a:lnTo>
                  <a:lnTo>
                    <a:pt x="21110" y="139793"/>
                  </a:lnTo>
                  <a:lnTo>
                    <a:pt x="44464" y="99345"/>
                  </a:lnTo>
                  <a:lnTo>
                    <a:pt x="75259" y="64230"/>
                  </a:lnTo>
                  <a:lnTo>
                    <a:pt x="112314" y="35798"/>
                  </a:lnTo>
                  <a:lnTo>
                    <a:pt x="154203" y="15141"/>
                  </a:lnTo>
                  <a:lnTo>
                    <a:pt x="199318" y="3053"/>
                  </a:lnTo>
                  <a:lnTo>
                    <a:pt x="230326" y="0"/>
                  </a:lnTo>
                  <a:lnTo>
                    <a:pt x="245923" y="0"/>
                  </a:lnTo>
                  <a:lnTo>
                    <a:pt x="292229" y="6096"/>
                  </a:lnTo>
                  <a:lnTo>
                    <a:pt x="336456" y="21110"/>
                  </a:lnTo>
                  <a:lnTo>
                    <a:pt x="376904" y="44463"/>
                  </a:lnTo>
                  <a:lnTo>
                    <a:pt x="412019" y="75259"/>
                  </a:lnTo>
                  <a:lnTo>
                    <a:pt x="440451" y="112314"/>
                  </a:lnTo>
                  <a:lnTo>
                    <a:pt x="461108" y="154203"/>
                  </a:lnTo>
                  <a:lnTo>
                    <a:pt x="473195" y="199318"/>
                  </a:lnTo>
                  <a:lnTo>
                    <a:pt x="476250" y="230326"/>
                  </a:lnTo>
                  <a:lnTo>
                    <a:pt x="476249" y="238124"/>
                  </a:lnTo>
                  <a:lnTo>
                    <a:pt x="476250" y="245923"/>
                  </a:lnTo>
                  <a:lnTo>
                    <a:pt x="470152" y="292229"/>
                  </a:lnTo>
                  <a:lnTo>
                    <a:pt x="455139" y="336456"/>
                  </a:lnTo>
                  <a:lnTo>
                    <a:pt x="431785" y="376904"/>
                  </a:lnTo>
                  <a:lnTo>
                    <a:pt x="400990" y="412019"/>
                  </a:lnTo>
                  <a:lnTo>
                    <a:pt x="363935" y="440451"/>
                  </a:lnTo>
                  <a:lnTo>
                    <a:pt x="322046" y="461108"/>
                  </a:lnTo>
                  <a:lnTo>
                    <a:pt x="276931" y="473195"/>
                  </a:lnTo>
                  <a:lnTo>
                    <a:pt x="253704" y="475867"/>
                  </a:lnTo>
                  <a:lnTo>
                    <a:pt x="245923" y="476249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3774" y="1638299"/>
              <a:ext cx="203200" cy="225425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1463674" y="1616075"/>
            <a:ext cx="1385570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-130" b="1">
                <a:solidFill>
                  <a:srgbClr val="2E7D32"/>
                </a:solidFill>
                <a:latin typeface="Tahoma"/>
                <a:cs typeface="Tahoma"/>
              </a:rPr>
              <a:t>Product</a:t>
            </a:r>
            <a:r>
              <a:rPr dirty="0" sz="1650" spc="-90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650" spc="-140" b="1">
                <a:solidFill>
                  <a:srgbClr val="2E7D32"/>
                </a:solidFill>
                <a:latin typeface="Tahoma"/>
                <a:cs typeface="Tahoma"/>
              </a:rPr>
              <a:t>Owner</a:t>
            </a:r>
            <a:endParaRPr sz="1650">
              <a:latin typeface="Tahoma"/>
              <a:cs typeface="Tahoma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857249" y="1267968"/>
            <a:ext cx="7077075" cy="1731645"/>
            <a:chOff x="857249" y="1267968"/>
            <a:chExt cx="7077075" cy="1731645"/>
          </a:xfrm>
        </p:grpSpPr>
        <p:sp>
          <p:nvSpPr>
            <p:cNvPr id="11" name="object 11" descr=""/>
            <p:cNvSpPr/>
            <p:nvPr/>
          </p:nvSpPr>
          <p:spPr>
            <a:xfrm>
              <a:off x="857249" y="2257424"/>
              <a:ext cx="3076575" cy="409575"/>
            </a:xfrm>
            <a:custGeom>
              <a:avLst/>
              <a:gdLst/>
              <a:ahLst/>
              <a:cxnLst/>
              <a:rect l="l" t="t" r="r" b="b"/>
              <a:pathLst>
                <a:path w="3076575" h="409575">
                  <a:moveTo>
                    <a:pt x="3005377" y="409574"/>
                  </a:moveTo>
                  <a:lnTo>
                    <a:pt x="71196" y="409574"/>
                  </a:lnTo>
                  <a:lnTo>
                    <a:pt x="66241" y="409086"/>
                  </a:lnTo>
                  <a:lnTo>
                    <a:pt x="29705" y="393952"/>
                  </a:lnTo>
                  <a:lnTo>
                    <a:pt x="3885" y="357912"/>
                  </a:lnTo>
                  <a:lnTo>
                    <a:pt x="0" y="338378"/>
                  </a:lnTo>
                  <a:lnTo>
                    <a:pt x="0" y="333374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005377" y="0"/>
                  </a:lnTo>
                  <a:lnTo>
                    <a:pt x="3046869" y="15621"/>
                  </a:lnTo>
                  <a:lnTo>
                    <a:pt x="3072688" y="51661"/>
                  </a:lnTo>
                  <a:lnTo>
                    <a:pt x="3076574" y="71196"/>
                  </a:lnTo>
                  <a:lnTo>
                    <a:pt x="3076574" y="338378"/>
                  </a:lnTo>
                  <a:lnTo>
                    <a:pt x="3060952" y="379869"/>
                  </a:lnTo>
                  <a:lnTo>
                    <a:pt x="3024912" y="405688"/>
                  </a:lnTo>
                  <a:lnTo>
                    <a:pt x="3010332" y="409086"/>
                  </a:lnTo>
                  <a:lnTo>
                    <a:pt x="3005377" y="409574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258055" y="1267968"/>
              <a:ext cx="3676015" cy="1731645"/>
            </a:xfrm>
            <a:custGeom>
              <a:avLst/>
              <a:gdLst/>
              <a:ahLst/>
              <a:cxnLst/>
              <a:rect l="l" t="t" r="r" b="b"/>
              <a:pathLst>
                <a:path w="3676015" h="1731645">
                  <a:moveTo>
                    <a:pt x="3675887" y="1731263"/>
                  </a:moveTo>
                  <a:lnTo>
                    <a:pt x="0" y="1731263"/>
                  </a:lnTo>
                  <a:lnTo>
                    <a:pt x="0" y="0"/>
                  </a:lnTo>
                  <a:lnTo>
                    <a:pt x="3675887" y="0"/>
                  </a:lnTo>
                  <a:lnTo>
                    <a:pt x="3675887" y="75056"/>
                  </a:lnTo>
                  <a:lnTo>
                    <a:pt x="218693" y="75056"/>
                  </a:lnTo>
                  <a:lnTo>
                    <a:pt x="208372" y="75555"/>
                  </a:lnTo>
                  <a:lnTo>
                    <a:pt x="169253" y="87442"/>
                  </a:lnTo>
                  <a:lnTo>
                    <a:pt x="137660" y="113395"/>
                  </a:lnTo>
                  <a:lnTo>
                    <a:pt x="118404" y="149462"/>
                  </a:lnTo>
                  <a:lnTo>
                    <a:pt x="113918" y="179831"/>
                  </a:lnTo>
                  <a:lnTo>
                    <a:pt x="113918" y="1475231"/>
                  </a:lnTo>
                  <a:lnTo>
                    <a:pt x="121894" y="1515327"/>
                  </a:lnTo>
                  <a:lnTo>
                    <a:pt x="144606" y="1549318"/>
                  </a:lnTo>
                  <a:lnTo>
                    <a:pt x="178597" y="1572031"/>
                  </a:lnTo>
                  <a:lnTo>
                    <a:pt x="218693" y="1580006"/>
                  </a:lnTo>
                  <a:lnTo>
                    <a:pt x="3675887" y="1580006"/>
                  </a:lnTo>
                  <a:lnTo>
                    <a:pt x="3675887" y="1731263"/>
                  </a:lnTo>
                  <a:close/>
                </a:path>
                <a:path w="3676015" h="1731645">
                  <a:moveTo>
                    <a:pt x="3675887" y="1580006"/>
                  </a:moveTo>
                  <a:lnTo>
                    <a:pt x="3457193" y="1580006"/>
                  </a:lnTo>
                  <a:lnTo>
                    <a:pt x="3467515" y="1579508"/>
                  </a:lnTo>
                  <a:lnTo>
                    <a:pt x="3477637" y="1578012"/>
                  </a:lnTo>
                  <a:lnTo>
                    <a:pt x="3515413" y="1562365"/>
                  </a:lnTo>
                  <a:lnTo>
                    <a:pt x="3544327" y="1533452"/>
                  </a:lnTo>
                  <a:lnTo>
                    <a:pt x="3559974" y="1495676"/>
                  </a:lnTo>
                  <a:lnTo>
                    <a:pt x="3561968" y="1475231"/>
                  </a:lnTo>
                  <a:lnTo>
                    <a:pt x="3561968" y="179831"/>
                  </a:lnTo>
                  <a:lnTo>
                    <a:pt x="3553993" y="139736"/>
                  </a:lnTo>
                  <a:lnTo>
                    <a:pt x="3531280" y="105744"/>
                  </a:lnTo>
                  <a:lnTo>
                    <a:pt x="3497288" y="83032"/>
                  </a:lnTo>
                  <a:lnTo>
                    <a:pt x="3457193" y="75056"/>
                  </a:lnTo>
                  <a:lnTo>
                    <a:pt x="3675887" y="75056"/>
                  </a:lnTo>
                  <a:lnTo>
                    <a:pt x="3675887" y="1580006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362449" y="1333499"/>
              <a:ext cx="3467100" cy="1524000"/>
            </a:xfrm>
            <a:custGeom>
              <a:avLst/>
              <a:gdLst/>
              <a:ahLst/>
              <a:cxnLst/>
              <a:rect l="l" t="t" r="r" b="b"/>
              <a:pathLst>
                <a:path w="3467100" h="1524000">
                  <a:moveTo>
                    <a:pt x="3360304" y="1523999"/>
                  </a:moveTo>
                  <a:lnTo>
                    <a:pt x="106794" y="1523999"/>
                  </a:lnTo>
                  <a:lnTo>
                    <a:pt x="99361" y="1523267"/>
                  </a:lnTo>
                  <a:lnTo>
                    <a:pt x="57037" y="1508905"/>
                  </a:lnTo>
                  <a:lnTo>
                    <a:pt x="23431" y="1479441"/>
                  </a:lnTo>
                  <a:lnTo>
                    <a:pt x="3660" y="1439359"/>
                  </a:lnTo>
                  <a:lnTo>
                    <a:pt x="0" y="1417204"/>
                  </a:lnTo>
                  <a:lnTo>
                    <a:pt x="0" y="1409699"/>
                  </a:lnTo>
                  <a:lnTo>
                    <a:pt x="0" y="106794"/>
                  </a:lnTo>
                  <a:lnTo>
                    <a:pt x="11571" y="63625"/>
                  </a:lnTo>
                  <a:lnTo>
                    <a:pt x="38783" y="28170"/>
                  </a:lnTo>
                  <a:lnTo>
                    <a:pt x="77492" y="5828"/>
                  </a:lnTo>
                  <a:lnTo>
                    <a:pt x="106794" y="0"/>
                  </a:lnTo>
                  <a:lnTo>
                    <a:pt x="3360304" y="0"/>
                  </a:lnTo>
                  <a:lnTo>
                    <a:pt x="3403473" y="11572"/>
                  </a:lnTo>
                  <a:lnTo>
                    <a:pt x="3438927" y="38784"/>
                  </a:lnTo>
                  <a:lnTo>
                    <a:pt x="3461270" y="77492"/>
                  </a:lnTo>
                  <a:lnTo>
                    <a:pt x="3467099" y="106794"/>
                  </a:lnTo>
                  <a:lnTo>
                    <a:pt x="3467099" y="1417204"/>
                  </a:lnTo>
                  <a:lnTo>
                    <a:pt x="3455525" y="1460374"/>
                  </a:lnTo>
                  <a:lnTo>
                    <a:pt x="3428314" y="1495828"/>
                  </a:lnTo>
                  <a:lnTo>
                    <a:pt x="3389605" y="1518170"/>
                  </a:lnTo>
                  <a:lnTo>
                    <a:pt x="3367737" y="1523267"/>
                  </a:lnTo>
                  <a:lnTo>
                    <a:pt x="3360304" y="1523999"/>
                  </a:lnTo>
                  <a:close/>
                </a:path>
              </a:pathLst>
            </a:custGeom>
            <a:solidFill>
              <a:srgbClr val="F1F7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552949" y="2095499"/>
              <a:ext cx="3086100" cy="19050"/>
            </a:xfrm>
            <a:custGeom>
              <a:avLst/>
              <a:gdLst/>
              <a:ahLst/>
              <a:cxnLst/>
              <a:rect l="l" t="t" r="r" b="b"/>
              <a:pathLst>
                <a:path w="3086100" h="19050">
                  <a:moveTo>
                    <a:pt x="30860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3086099" y="0"/>
                  </a:lnTo>
                  <a:lnTo>
                    <a:pt x="3086099" y="19049"/>
                  </a:lnTo>
                  <a:close/>
                </a:path>
              </a:pathLst>
            </a:custGeom>
            <a:solidFill>
              <a:srgbClr val="2E7D32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552949" y="1523999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3" y="476249"/>
                  </a:moveTo>
                  <a:lnTo>
                    <a:pt x="230326" y="476249"/>
                  </a:lnTo>
                  <a:lnTo>
                    <a:pt x="222545" y="475867"/>
                  </a:lnTo>
                  <a:lnTo>
                    <a:pt x="184019" y="470152"/>
                  </a:lnTo>
                  <a:lnTo>
                    <a:pt x="139792" y="455139"/>
                  </a:lnTo>
                  <a:lnTo>
                    <a:pt x="99345" y="431785"/>
                  </a:lnTo>
                  <a:lnTo>
                    <a:pt x="64230" y="400990"/>
                  </a:lnTo>
                  <a:lnTo>
                    <a:pt x="35798" y="363935"/>
                  </a:lnTo>
                  <a:lnTo>
                    <a:pt x="15141" y="322045"/>
                  </a:lnTo>
                  <a:lnTo>
                    <a:pt x="3053" y="276931"/>
                  </a:lnTo>
                  <a:lnTo>
                    <a:pt x="0" y="245923"/>
                  </a:lnTo>
                  <a:lnTo>
                    <a:pt x="0" y="230326"/>
                  </a:lnTo>
                  <a:lnTo>
                    <a:pt x="6096" y="184019"/>
                  </a:lnTo>
                  <a:lnTo>
                    <a:pt x="21110" y="139793"/>
                  </a:lnTo>
                  <a:lnTo>
                    <a:pt x="44464" y="99345"/>
                  </a:lnTo>
                  <a:lnTo>
                    <a:pt x="75259" y="64230"/>
                  </a:lnTo>
                  <a:lnTo>
                    <a:pt x="112314" y="35798"/>
                  </a:lnTo>
                  <a:lnTo>
                    <a:pt x="154203" y="15141"/>
                  </a:lnTo>
                  <a:lnTo>
                    <a:pt x="199318" y="3053"/>
                  </a:lnTo>
                  <a:lnTo>
                    <a:pt x="230326" y="0"/>
                  </a:lnTo>
                  <a:lnTo>
                    <a:pt x="245923" y="0"/>
                  </a:lnTo>
                  <a:lnTo>
                    <a:pt x="292230" y="6096"/>
                  </a:lnTo>
                  <a:lnTo>
                    <a:pt x="336456" y="21110"/>
                  </a:lnTo>
                  <a:lnTo>
                    <a:pt x="376904" y="44463"/>
                  </a:lnTo>
                  <a:lnTo>
                    <a:pt x="412019" y="75259"/>
                  </a:lnTo>
                  <a:lnTo>
                    <a:pt x="440451" y="112314"/>
                  </a:lnTo>
                  <a:lnTo>
                    <a:pt x="461107" y="154203"/>
                  </a:lnTo>
                  <a:lnTo>
                    <a:pt x="473195" y="199318"/>
                  </a:lnTo>
                  <a:lnTo>
                    <a:pt x="476249" y="230326"/>
                  </a:lnTo>
                  <a:lnTo>
                    <a:pt x="476249" y="238124"/>
                  </a:lnTo>
                  <a:lnTo>
                    <a:pt x="476249" y="245923"/>
                  </a:lnTo>
                  <a:lnTo>
                    <a:pt x="470152" y="292229"/>
                  </a:lnTo>
                  <a:lnTo>
                    <a:pt x="455139" y="336456"/>
                  </a:lnTo>
                  <a:lnTo>
                    <a:pt x="431785" y="376904"/>
                  </a:lnTo>
                  <a:lnTo>
                    <a:pt x="400989" y="412019"/>
                  </a:lnTo>
                  <a:lnTo>
                    <a:pt x="363935" y="440451"/>
                  </a:lnTo>
                  <a:lnTo>
                    <a:pt x="322045" y="461108"/>
                  </a:lnTo>
                  <a:lnTo>
                    <a:pt x="276931" y="473195"/>
                  </a:lnTo>
                  <a:lnTo>
                    <a:pt x="253704" y="475867"/>
                  </a:lnTo>
                  <a:lnTo>
                    <a:pt x="245923" y="476249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30700" y="1660524"/>
              <a:ext cx="127000" cy="203200"/>
            </a:xfrm>
            <a:prstGeom prst="rect">
              <a:avLst/>
            </a:prstGeom>
          </p:spPr>
        </p:pic>
      </p:grpSp>
      <p:sp>
        <p:nvSpPr>
          <p:cNvPr id="17" name="object 17" descr=""/>
          <p:cNvSpPr txBox="1"/>
          <p:nvPr/>
        </p:nvSpPr>
        <p:spPr>
          <a:xfrm>
            <a:off x="5162500" y="1616075"/>
            <a:ext cx="1643380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-114" b="1">
                <a:solidFill>
                  <a:srgbClr val="2E7D32"/>
                </a:solidFill>
                <a:latin typeface="Tahoma"/>
                <a:cs typeface="Tahoma"/>
              </a:rPr>
              <a:t>Solution</a:t>
            </a:r>
            <a:r>
              <a:rPr dirty="0" sz="1650" spc="-100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650" spc="-120" b="1">
                <a:solidFill>
                  <a:srgbClr val="2E7D32"/>
                </a:solidFill>
                <a:latin typeface="Tahoma"/>
                <a:cs typeface="Tahoma"/>
              </a:rPr>
              <a:t>Architect</a:t>
            </a:r>
            <a:endParaRPr sz="1650">
              <a:latin typeface="Tahoma"/>
              <a:cs typeface="Tahoma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4552949" y="1267968"/>
            <a:ext cx="7075170" cy="1731645"/>
            <a:chOff x="4552949" y="1267968"/>
            <a:chExt cx="7075170" cy="1731645"/>
          </a:xfrm>
        </p:grpSpPr>
        <p:sp>
          <p:nvSpPr>
            <p:cNvPr id="19" name="object 19" descr=""/>
            <p:cNvSpPr/>
            <p:nvPr/>
          </p:nvSpPr>
          <p:spPr>
            <a:xfrm>
              <a:off x="4552949" y="2257424"/>
              <a:ext cx="3086100" cy="409575"/>
            </a:xfrm>
            <a:custGeom>
              <a:avLst/>
              <a:gdLst/>
              <a:ahLst/>
              <a:cxnLst/>
              <a:rect l="l" t="t" r="r" b="b"/>
              <a:pathLst>
                <a:path w="3086100" h="409575">
                  <a:moveTo>
                    <a:pt x="3014903" y="409574"/>
                  </a:moveTo>
                  <a:lnTo>
                    <a:pt x="71196" y="409574"/>
                  </a:lnTo>
                  <a:lnTo>
                    <a:pt x="66241" y="409086"/>
                  </a:lnTo>
                  <a:lnTo>
                    <a:pt x="29705" y="393952"/>
                  </a:lnTo>
                  <a:lnTo>
                    <a:pt x="3885" y="357912"/>
                  </a:lnTo>
                  <a:lnTo>
                    <a:pt x="0" y="338378"/>
                  </a:lnTo>
                  <a:lnTo>
                    <a:pt x="0" y="333374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2" y="3885"/>
                  </a:lnTo>
                  <a:lnTo>
                    <a:pt x="71196" y="0"/>
                  </a:lnTo>
                  <a:lnTo>
                    <a:pt x="3014903" y="0"/>
                  </a:lnTo>
                  <a:lnTo>
                    <a:pt x="3056393" y="15621"/>
                  </a:lnTo>
                  <a:lnTo>
                    <a:pt x="3082213" y="51661"/>
                  </a:lnTo>
                  <a:lnTo>
                    <a:pt x="3086100" y="71196"/>
                  </a:lnTo>
                  <a:lnTo>
                    <a:pt x="3086100" y="338378"/>
                  </a:lnTo>
                  <a:lnTo>
                    <a:pt x="3070477" y="379869"/>
                  </a:lnTo>
                  <a:lnTo>
                    <a:pt x="3034437" y="405688"/>
                  </a:lnTo>
                  <a:lnTo>
                    <a:pt x="3019858" y="409086"/>
                  </a:lnTo>
                  <a:lnTo>
                    <a:pt x="3014903" y="409574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7964423" y="1267968"/>
              <a:ext cx="3663950" cy="1731645"/>
            </a:xfrm>
            <a:custGeom>
              <a:avLst/>
              <a:gdLst/>
              <a:ahLst/>
              <a:cxnLst/>
              <a:rect l="l" t="t" r="r" b="b"/>
              <a:pathLst>
                <a:path w="3663950" h="1731645">
                  <a:moveTo>
                    <a:pt x="3663695" y="1731263"/>
                  </a:moveTo>
                  <a:lnTo>
                    <a:pt x="0" y="1731263"/>
                  </a:lnTo>
                  <a:lnTo>
                    <a:pt x="0" y="0"/>
                  </a:lnTo>
                  <a:lnTo>
                    <a:pt x="3663695" y="0"/>
                  </a:lnTo>
                  <a:lnTo>
                    <a:pt x="3663695" y="75056"/>
                  </a:lnTo>
                  <a:lnTo>
                    <a:pt x="217550" y="75056"/>
                  </a:lnTo>
                  <a:lnTo>
                    <a:pt x="207229" y="75555"/>
                  </a:lnTo>
                  <a:lnTo>
                    <a:pt x="168109" y="87442"/>
                  </a:lnTo>
                  <a:lnTo>
                    <a:pt x="136517" y="113395"/>
                  </a:lnTo>
                  <a:lnTo>
                    <a:pt x="117261" y="149462"/>
                  </a:lnTo>
                  <a:lnTo>
                    <a:pt x="112775" y="179831"/>
                  </a:lnTo>
                  <a:lnTo>
                    <a:pt x="112775" y="1475231"/>
                  </a:lnTo>
                  <a:lnTo>
                    <a:pt x="120750" y="1515327"/>
                  </a:lnTo>
                  <a:lnTo>
                    <a:pt x="143463" y="1549318"/>
                  </a:lnTo>
                  <a:lnTo>
                    <a:pt x="177454" y="1572031"/>
                  </a:lnTo>
                  <a:lnTo>
                    <a:pt x="217550" y="1580006"/>
                  </a:lnTo>
                  <a:lnTo>
                    <a:pt x="3663695" y="1580006"/>
                  </a:lnTo>
                  <a:lnTo>
                    <a:pt x="3663695" y="1731263"/>
                  </a:lnTo>
                  <a:close/>
                </a:path>
                <a:path w="3663950" h="1731645">
                  <a:moveTo>
                    <a:pt x="3663695" y="1580006"/>
                  </a:moveTo>
                  <a:lnTo>
                    <a:pt x="3446525" y="1580006"/>
                  </a:lnTo>
                  <a:lnTo>
                    <a:pt x="3456846" y="1579508"/>
                  </a:lnTo>
                  <a:lnTo>
                    <a:pt x="3466969" y="1578012"/>
                  </a:lnTo>
                  <a:lnTo>
                    <a:pt x="3504745" y="1562365"/>
                  </a:lnTo>
                  <a:lnTo>
                    <a:pt x="3533658" y="1533452"/>
                  </a:lnTo>
                  <a:lnTo>
                    <a:pt x="3549305" y="1495676"/>
                  </a:lnTo>
                  <a:lnTo>
                    <a:pt x="3551300" y="1475231"/>
                  </a:lnTo>
                  <a:lnTo>
                    <a:pt x="3551300" y="179831"/>
                  </a:lnTo>
                  <a:lnTo>
                    <a:pt x="3543323" y="139736"/>
                  </a:lnTo>
                  <a:lnTo>
                    <a:pt x="3520612" y="105744"/>
                  </a:lnTo>
                  <a:lnTo>
                    <a:pt x="3486620" y="83032"/>
                  </a:lnTo>
                  <a:lnTo>
                    <a:pt x="3446525" y="75056"/>
                  </a:lnTo>
                  <a:lnTo>
                    <a:pt x="3663695" y="75056"/>
                  </a:lnTo>
                  <a:lnTo>
                    <a:pt x="3663695" y="1580006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8067673" y="1333499"/>
              <a:ext cx="3457575" cy="1524000"/>
            </a:xfrm>
            <a:custGeom>
              <a:avLst/>
              <a:gdLst/>
              <a:ahLst/>
              <a:cxnLst/>
              <a:rect l="l" t="t" r="r" b="b"/>
              <a:pathLst>
                <a:path w="3457575" h="1524000">
                  <a:moveTo>
                    <a:pt x="3350780" y="1523999"/>
                  </a:moveTo>
                  <a:lnTo>
                    <a:pt x="106795" y="1523999"/>
                  </a:lnTo>
                  <a:lnTo>
                    <a:pt x="99361" y="1523267"/>
                  </a:lnTo>
                  <a:lnTo>
                    <a:pt x="57037" y="1508905"/>
                  </a:lnTo>
                  <a:lnTo>
                    <a:pt x="23432" y="1479441"/>
                  </a:lnTo>
                  <a:lnTo>
                    <a:pt x="3660" y="1439359"/>
                  </a:lnTo>
                  <a:lnTo>
                    <a:pt x="0" y="1417204"/>
                  </a:lnTo>
                  <a:lnTo>
                    <a:pt x="0" y="1409699"/>
                  </a:lnTo>
                  <a:lnTo>
                    <a:pt x="0" y="106794"/>
                  </a:lnTo>
                  <a:lnTo>
                    <a:pt x="11571" y="63625"/>
                  </a:lnTo>
                  <a:lnTo>
                    <a:pt x="38784" y="28170"/>
                  </a:lnTo>
                  <a:lnTo>
                    <a:pt x="77492" y="5828"/>
                  </a:lnTo>
                  <a:lnTo>
                    <a:pt x="106795" y="0"/>
                  </a:lnTo>
                  <a:lnTo>
                    <a:pt x="3350780" y="0"/>
                  </a:lnTo>
                  <a:lnTo>
                    <a:pt x="3393947" y="11572"/>
                  </a:lnTo>
                  <a:lnTo>
                    <a:pt x="3429402" y="38784"/>
                  </a:lnTo>
                  <a:lnTo>
                    <a:pt x="3451745" y="77492"/>
                  </a:lnTo>
                  <a:lnTo>
                    <a:pt x="3457574" y="106794"/>
                  </a:lnTo>
                  <a:lnTo>
                    <a:pt x="3457574" y="1417204"/>
                  </a:lnTo>
                  <a:lnTo>
                    <a:pt x="3446001" y="1460374"/>
                  </a:lnTo>
                  <a:lnTo>
                    <a:pt x="3418788" y="1495828"/>
                  </a:lnTo>
                  <a:lnTo>
                    <a:pt x="3380081" y="1518170"/>
                  </a:lnTo>
                  <a:lnTo>
                    <a:pt x="3358212" y="1523267"/>
                  </a:lnTo>
                  <a:lnTo>
                    <a:pt x="3350780" y="1523999"/>
                  </a:lnTo>
                  <a:close/>
                </a:path>
              </a:pathLst>
            </a:custGeom>
            <a:solidFill>
              <a:srgbClr val="F1F7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8258174" y="2095499"/>
              <a:ext cx="3076575" cy="19050"/>
            </a:xfrm>
            <a:custGeom>
              <a:avLst/>
              <a:gdLst/>
              <a:ahLst/>
              <a:cxnLst/>
              <a:rect l="l" t="t" r="r" b="b"/>
              <a:pathLst>
                <a:path w="3076575" h="19050">
                  <a:moveTo>
                    <a:pt x="3076574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3076574" y="0"/>
                  </a:lnTo>
                  <a:lnTo>
                    <a:pt x="3076574" y="19049"/>
                  </a:lnTo>
                  <a:close/>
                </a:path>
              </a:pathLst>
            </a:custGeom>
            <a:solidFill>
              <a:srgbClr val="2E7D32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8258174" y="1523999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3" y="476249"/>
                  </a:moveTo>
                  <a:lnTo>
                    <a:pt x="230325" y="476249"/>
                  </a:lnTo>
                  <a:lnTo>
                    <a:pt x="222545" y="475867"/>
                  </a:lnTo>
                  <a:lnTo>
                    <a:pt x="184018" y="470152"/>
                  </a:lnTo>
                  <a:lnTo>
                    <a:pt x="139792" y="455139"/>
                  </a:lnTo>
                  <a:lnTo>
                    <a:pt x="99343" y="431785"/>
                  </a:lnTo>
                  <a:lnTo>
                    <a:pt x="64229" y="400990"/>
                  </a:lnTo>
                  <a:lnTo>
                    <a:pt x="35797" y="363935"/>
                  </a:lnTo>
                  <a:lnTo>
                    <a:pt x="15140" y="322045"/>
                  </a:lnTo>
                  <a:lnTo>
                    <a:pt x="3053" y="276931"/>
                  </a:lnTo>
                  <a:lnTo>
                    <a:pt x="0" y="245923"/>
                  </a:lnTo>
                  <a:lnTo>
                    <a:pt x="0" y="230326"/>
                  </a:lnTo>
                  <a:lnTo>
                    <a:pt x="6096" y="184019"/>
                  </a:lnTo>
                  <a:lnTo>
                    <a:pt x="21109" y="139793"/>
                  </a:lnTo>
                  <a:lnTo>
                    <a:pt x="44462" y="99345"/>
                  </a:lnTo>
                  <a:lnTo>
                    <a:pt x="75258" y="64230"/>
                  </a:lnTo>
                  <a:lnTo>
                    <a:pt x="112313" y="35798"/>
                  </a:lnTo>
                  <a:lnTo>
                    <a:pt x="154202" y="15141"/>
                  </a:lnTo>
                  <a:lnTo>
                    <a:pt x="199317" y="3053"/>
                  </a:lnTo>
                  <a:lnTo>
                    <a:pt x="230325" y="0"/>
                  </a:lnTo>
                  <a:lnTo>
                    <a:pt x="245923" y="0"/>
                  </a:lnTo>
                  <a:lnTo>
                    <a:pt x="292229" y="6096"/>
                  </a:lnTo>
                  <a:lnTo>
                    <a:pt x="336456" y="21110"/>
                  </a:lnTo>
                  <a:lnTo>
                    <a:pt x="376904" y="44463"/>
                  </a:lnTo>
                  <a:lnTo>
                    <a:pt x="412018" y="75259"/>
                  </a:lnTo>
                  <a:lnTo>
                    <a:pt x="440450" y="112314"/>
                  </a:lnTo>
                  <a:lnTo>
                    <a:pt x="461107" y="154203"/>
                  </a:lnTo>
                  <a:lnTo>
                    <a:pt x="473195" y="199318"/>
                  </a:lnTo>
                  <a:lnTo>
                    <a:pt x="476249" y="230326"/>
                  </a:lnTo>
                  <a:lnTo>
                    <a:pt x="476249" y="238124"/>
                  </a:lnTo>
                  <a:lnTo>
                    <a:pt x="476249" y="245923"/>
                  </a:lnTo>
                  <a:lnTo>
                    <a:pt x="470152" y="292229"/>
                  </a:lnTo>
                  <a:lnTo>
                    <a:pt x="455138" y="336456"/>
                  </a:lnTo>
                  <a:lnTo>
                    <a:pt x="431784" y="376904"/>
                  </a:lnTo>
                  <a:lnTo>
                    <a:pt x="400989" y="412019"/>
                  </a:lnTo>
                  <a:lnTo>
                    <a:pt x="363935" y="440451"/>
                  </a:lnTo>
                  <a:lnTo>
                    <a:pt x="322045" y="461108"/>
                  </a:lnTo>
                  <a:lnTo>
                    <a:pt x="276931" y="473195"/>
                  </a:lnTo>
                  <a:lnTo>
                    <a:pt x="253704" y="475867"/>
                  </a:lnTo>
                  <a:lnTo>
                    <a:pt x="245923" y="476249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66025" y="1689099"/>
              <a:ext cx="254000" cy="146050"/>
            </a:xfrm>
            <a:prstGeom prst="rect">
              <a:avLst/>
            </a:prstGeom>
          </p:spPr>
        </p:pic>
      </p:grpSp>
      <p:sp>
        <p:nvSpPr>
          <p:cNvPr id="25" name="object 25" descr=""/>
          <p:cNvSpPr txBox="1"/>
          <p:nvPr/>
        </p:nvSpPr>
        <p:spPr>
          <a:xfrm>
            <a:off x="8861325" y="1616075"/>
            <a:ext cx="715645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-150" b="1">
                <a:solidFill>
                  <a:srgbClr val="2E7D32"/>
                </a:solidFill>
                <a:latin typeface="Tahoma"/>
                <a:cs typeface="Tahoma"/>
              </a:rPr>
              <a:t>DevOps</a:t>
            </a:r>
            <a:endParaRPr sz="1650">
              <a:latin typeface="Tahoma"/>
              <a:cs typeface="Tahoma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563879" y="2257424"/>
            <a:ext cx="10770870" cy="3028315"/>
            <a:chOff x="563879" y="2257424"/>
            <a:chExt cx="10770870" cy="3028315"/>
          </a:xfrm>
        </p:grpSpPr>
        <p:sp>
          <p:nvSpPr>
            <p:cNvPr id="27" name="object 27" descr=""/>
            <p:cNvSpPr/>
            <p:nvPr/>
          </p:nvSpPr>
          <p:spPr>
            <a:xfrm>
              <a:off x="8258174" y="2257424"/>
              <a:ext cx="3076575" cy="409575"/>
            </a:xfrm>
            <a:custGeom>
              <a:avLst/>
              <a:gdLst/>
              <a:ahLst/>
              <a:cxnLst/>
              <a:rect l="l" t="t" r="r" b="b"/>
              <a:pathLst>
                <a:path w="3076575" h="409575">
                  <a:moveTo>
                    <a:pt x="3005376" y="409574"/>
                  </a:moveTo>
                  <a:lnTo>
                    <a:pt x="71196" y="409574"/>
                  </a:lnTo>
                  <a:lnTo>
                    <a:pt x="66240" y="409086"/>
                  </a:lnTo>
                  <a:lnTo>
                    <a:pt x="29703" y="393952"/>
                  </a:lnTo>
                  <a:lnTo>
                    <a:pt x="3884" y="357912"/>
                  </a:lnTo>
                  <a:lnTo>
                    <a:pt x="0" y="338378"/>
                  </a:lnTo>
                  <a:lnTo>
                    <a:pt x="0" y="333374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0" y="3885"/>
                  </a:lnTo>
                  <a:lnTo>
                    <a:pt x="71196" y="0"/>
                  </a:lnTo>
                  <a:lnTo>
                    <a:pt x="3005376" y="0"/>
                  </a:lnTo>
                  <a:lnTo>
                    <a:pt x="3046867" y="15621"/>
                  </a:lnTo>
                  <a:lnTo>
                    <a:pt x="3072688" y="51661"/>
                  </a:lnTo>
                  <a:lnTo>
                    <a:pt x="3076573" y="71196"/>
                  </a:lnTo>
                  <a:lnTo>
                    <a:pt x="3076573" y="338378"/>
                  </a:lnTo>
                  <a:lnTo>
                    <a:pt x="3060951" y="379869"/>
                  </a:lnTo>
                  <a:lnTo>
                    <a:pt x="3024911" y="405688"/>
                  </a:lnTo>
                  <a:lnTo>
                    <a:pt x="3010331" y="409086"/>
                  </a:lnTo>
                  <a:lnTo>
                    <a:pt x="3005376" y="409574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563879" y="3029712"/>
              <a:ext cx="3663950" cy="2255520"/>
            </a:xfrm>
            <a:custGeom>
              <a:avLst/>
              <a:gdLst/>
              <a:ahLst/>
              <a:cxnLst/>
              <a:rect l="l" t="t" r="r" b="b"/>
              <a:pathLst>
                <a:path w="3663950" h="2255520">
                  <a:moveTo>
                    <a:pt x="3663695" y="2255519"/>
                  </a:moveTo>
                  <a:lnTo>
                    <a:pt x="0" y="2255519"/>
                  </a:lnTo>
                  <a:lnTo>
                    <a:pt x="0" y="0"/>
                  </a:lnTo>
                  <a:lnTo>
                    <a:pt x="3663695" y="0"/>
                  </a:lnTo>
                  <a:lnTo>
                    <a:pt x="3663695" y="75437"/>
                  </a:lnTo>
                  <a:lnTo>
                    <a:pt x="217169" y="75437"/>
                  </a:lnTo>
                  <a:lnTo>
                    <a:pt x="206848" y="75936"/>
                  </a:lnTo>
                  <a:lnTo>
                    <a:pt x="167729" y="87823"/>
                  </a:lnTo>
                  <a:lnTo>
                    <a:pt x="136136" y="113776"/>
                  </a:lnTo>
                  <a:lnTo>
                    <a:pt x="116881" y="149843"/>
                  </a:lnTo>
                  <a:lnTo>
                    <a:pt x="112394" y="180212"/>
                  </a:lnTo>
                  <a:lnTo>
                    <a:pt x="112394" y="1999487"/>
                  </a:lnTo>
                  <a:lnTo>
                    <a:pt x="120370" y="2039582"/>
                  </a:lnTo>
                  <a:lnTo>
                    <a:pt x="143082" y="2073574"/>
                  </a:lnTo>
                  <a:lnTo>
                    <a:pt x="177074" y="2096286"/>
                  </a:lnTo>
                  <a:lnTo>
                    <a:pt x="217169" y="2104262"/>
                  </a:lnTo>
                  <a:lnTo>
                    <a:pt x="3663695" y="2104262"/>
                  </a:lnTo>
                  <a:lnTo>
                    <a:pt x="3663695" y="2255519"/>
                  </a:lnTo>
                  <a:close/>
                </a:path>
                <a:path w="3663950" h="2255520">
                  <a:moveTo>
                    <a:pt x="3663695" y="2104262"/>
                  </a:moveTo>
                  <a:lnTo>
                    <a:pt x="3446144" y="2104262"/>
                  </a:lnTo>
                  <a:lnTo>
                    <a:pt x="3456466" y="2103764"/>
                  </a:lnTo>
                  <a:lnTo>
                    <a:pt x="3466589" y="2102268"/>
                  </a:lnTo>
                  <a:lnTo>
                    <a:pt x="3504365" y="2086620"/>
                  </a:lnTo>
                  <a:lnTo>
                    <a:pt x="3533278" y="2057707"/>
                  </a:lnTo>
                  <a:lnTo>
                    <a:pt x="3548925" y="2019931"/>
                  </a:lnTo>
                  <a:lnTo>
                    <a:pt x="3550919" y="1999487"/>
                  </a:lnTo>
                  <a:lnTo>
                    <a:pt x="3550919" y="180212"/>
                  </a:lnTo>
                  <a:lnTo>
                    <a:pt x="3542944" y="140116"/>
                  </a:lnTo>
                  <a:lnTo>
                    <a:pt x="3520231" y="106125"/>
                  </a:lnTo>
                  <a:lnTo>
                    <a:pt x="3486240" y="83413"/>
                  </a:lnTo>
                  <a:lnTo>
                    <a:pt x="3446144" y="75437"/>
                  </a:lnTo>
                  <a:lnTo>
                    <a:pt x="3663695" y="75437"/>
                  </a:lnTo>
                  <a:lnTo>
                    <a:pt x="3663695" y="2104262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666749" y="3095624"/>
              <a:ext cx="3457575" cy="2047875"/>
            </a:xfrm>
            <a:custGeom>
              <a:avLst/>
              <a:gdLst/>
              <a:ahLst/>
              <a:cxnLst/>
              <a:rect l="l" t="t" r="r" b="b"/>
              <a:pathLst>
                <a:path w="3457575" h="2047875">
                  <a:moveTo>
                    <a:pt x="3350779" y="2047874"/>
                  </a:moveTo>
                  <a:lnTo>
                    <a:pt x="106794" y="2047874"/>
                  </a:lnTo>
                  <a:lnTo>
                    <a:pt x="99361" y="2047142"/>
                  </a:lnTo>
                  <a:lnTo>
                    <a:pt x="57038" y="2032780"/>
                  </a:lnTo>
                  <a:lnTo>
                    <a:pt x="23432" y="2003315"/>
                  </a:lnTo>
                  <a:lnTo>
                    <a:pt x="3660" y="1963234"/>
                  </a:lnTo>
                  <a:lnTo>
                    <a:pt x="0" y="1941079"/>
                  </a:lnTo>
                  <a:lnTo>
                    <a:pt x="0" y="1933574"/>
                  </a:lnTo>
                  <a:lnTo>
                    <a:pt x="0" y="106794"/>
                  </a:lnTo>
                  <a:lnTo>
                    <a:pt x="11572" y="63625"/>
                  </a:lnTo>
                  <a:lnTo>
                    <a:pt x="38784" y="28170"/>
                  </a:lnTo>
                  <a:lnTo>
                    <a:pt x="77492" y="5828"/>
                  </a:lnTo>
                  <a:lnTo>
                    <a:pt x="106794" y="0"/>
                  </a:lnTo>
                  <a:lnTo>
                    <a:pt x="3350779" y="0"/>
                  </a:lnTo>
                  <a:lnTo>
                    <a:pt x="3393948" y="11572"/>
                  </a:lnTo>
                  <a:lnTo>
                    <a:pt x="3429403" y="38784"/>
                  </a:lnTo>
                  <a:lnTo>
                    <a:pt x="3451745" y="77492"/>
                  </a:lnTo>
                  <a:lnTo>
                    <a:pt x="3457574" y="106794"/>
                  </a:lnTo>
                  <a:lnTo>
                    <a:pt x="3457574" y="1941079"/>
                  </a:lnTo>
                  <a:lnTo>
                    <a:pt x="3446001" y="1984248"/>
                  </a:lnTo>
                  <a:lnTo>
                    <a:pt x="3418789" y="2019703"/>
                  </a:lnTo>
                  <a:lnTo>
                    <a:pt x="3380080" y="2042045"/>
                  </a:lnTo>
                  <a:lnTo>
                    <a:pt x="3358212" y="2047142"/>
                  </a:lnTo>
                  <a:lnTo>
                    <a:pt x="3350779" y="2047874"/>
                  </a:lnTo>
                  <a:close/>
                </a:path>
              </a:pathLst>
            </a:custGeom>
            <a:solidFill>
              <a:srgbClr val="F1F7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857249" y="3857624"/>
              <a:ext cx="3076575" cy="19050"/>
            </a:xfrm>
            <a:custGeom>
              <a:avLst/>
              <a:gdLst/>
              <a:ahLst/>
              <a:cxnLst/>
              <a:rect l="l" t="t" r="r" b="b"/>
              <a:pathLst>
                <a:path w="3076575" h="19050">
                  <a:moveTo>
                    <a:pt x="3076574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3076574" y="0"/>
                  </a:lnTo>
                  <a:lnTo>
                    <a:pt x="3076574" y="19049"/>
                  </a:lnTo>
                  <a:close/>
                </a:path>
              </a:pathLst>
            </a:custGeom>
            <a:solidFill>
              <a:srgbClr val="2E7D32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857249" y="3286125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3" y="476249"/>
                  </a:moveTo>
                  <a:lnTo>
                    <a:pt x="230326" y="476249"/>
                  </a:lnTo>
                  <a:lnTo>
                    <a:pt x="222546" y="475867"/>
                  </a:lnTo>
                  <a:lnTo>
                    <a:pt x="184020" y="470152"/>
                  </a:lnTo>
                  <a:lnTo>
                    <a:pt x="139793" y="455138"/>
                  </a:lnTo>
                  <a:lnTo>
                    <a:pt x="99345" y="431784"/>
                  </a:lnTo>
                  <a:lnTo>
                    <a:pt x="64230" y="400989"/>
                  </a:lnTo>
                  <a:lnTo>
                    <a:pt x="35798" y="363934"/>
                  </a:lnTo>
                  <a:lnTo>
                    <a:pt x="15141" y="322045"/>
                  </a:lnTo>
                  <a:lnTo>
                    <a:pt x="3054" y="276931"/>
                  </a:lnTo>
                  <a:lnTo>
                    <a:pt x="0" y="245923"/>
                  </a:lnTo>
                  <a:lnTo>
                    <a:pt x="0" y="230325"/>
                  </a:lnTo>
                  <a:lnTo>
                    <a:pt x="6097" y="184019"/>
                  </a:lnTo>
                  <a:lnTo>
                    <a:pt x="21110" y="139792"/>
                  </a:lnTo>
                  <a:lnTo>
                    <a:pt x="44464" y="99344"/>
                  </a:lnTo>
                  <a:lnTo>
                    <a:pt x="75259" y="64230"/>
                  </a:lnTo>
                  <a:lnTo>
                    <a:pt x="112314" y="35798"/>
                  </a:lnTo>
                  <a:lnTo>
                    <a:pt x="154203" y="15141"/>
                  </a:lnTo>
                  <a:lnTo>
                    <a:pt x="199318" y="3053"/>
                  </a:lnTo>
                  <a:lnTo>
                    <a:pt x="230326" y="0"/>
                  </a:lnTo>
                  <a:lnTo>
                    <a:pt x="245923" y="0"/>
                  </a:lnTo>
                  <a:lnTo>
                    <a:pt x="292229" y="6097"/>
                  </a:lnTo>
                  <a:lnTo>
                    <a:pt x="336456" y="21110"/>
                  </a:lnTo>
                  <a:lnTo>
                    <a:pt x="376904" y="44463"/>
                  </a:lnTo>
                  <a:lnTo>
                    <a:pt x="412019" y="75259"/>
                  </a:lnTo>
                  <a:lnTo>
                    <a:pt x="440451" y="112313"/>
                  </a:lnTo>
                  <a:lnTo>
                    <a:pt x="461108" y="154203"/>
                  </a:lnTo>
                  <a:lnTo>
                    <a:pt x="473195" y="199317"/>
                  </a:lnTo>
                  <a:lnTo>
                    <a:pt x="476250" y="230325"/>
                  </a:lnTo>
                  <a:lnTo>
                    <a:pt x="476249" y="238124"/>
                  </a:lnTo>
                  <a:lnTo>
                    <a:pt x="476250" y="245923"/>
                  </a:lnTo>
                  <a:lnTo>
                    <a:pt x="470152" y="292229"/>
                  </a:lnTo>
                  <a:lnTo>
                    <a:pt x="455139" y="336455"/>
                  </a:lnTo>
                  <a:lnTo>
                    <a:pt x="431785" y="376903"/>
                  </a:lnTo>
                  <a:lnTo>
                    <a:pt x="400990" y="412018"/>
                  </a:lnTo>
                  <a:lnTo>
                    <a:pt x="363935" y="440450"/>
                  </a:lnTo>
                  <a:lnTo>
                    <a:pt x="322046" y="461107"/>
                  </a:lnTo>
                  <a:lnTo>
                    <a:pt x="276931" y="473195"/>
                  </a:lnTo>
                  <a:lnTo>
                    <a:pt x="253704" y="475867"/>
                  </a:lnTo>
                  <a:lnTo>
                    <a:pt x="245923" y="476249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84249" y="3413124"/>
              <a:ext cx="222250" cy="222250"/>
            </a:xfrm>
            <a:prstGeom prst="rect">
              <a:avLst/>
            </a:prstGeom>
          </p:spPr>
        </p:pic>
      </p:grpSp>
      <p:sp>
        <p:nvSpPr>
          <p:cNvPr id="33" name="object 33" descr=""/>
          <p:cNvSpPr txBox="1"/>
          <p:nvPr/>
        </p:nvSpPr>
        <p:spPr>
          <a:xfrm>
            <a:off x="1463674" y="3378199"/>
            <a:ext cx="1466850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-260" b="1">
                <a:solidFill>
                  <a:srgbClr val="2E7D32"/>
                </a:solidFill>
                <a:latin typeface="Tahoma"/>
                <a:cs typeface="Tahoma"/>
              </a:rPr>
              <a:t>UI/UX</a:t>
            </a:r>
            <a:r>
              <a:rPr dirty="0" sz="1650" spc="-135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650" spc="-140" b="1">
                <a:solidFill>
                  <a:srgbClr val="2E7D32"/>
                </a:solidFill>
                <a:latin typeface="Tahoma"/>
                <a:cs typeface="Tahoma"/>
              </a:rPr>
              <a:t>Designers</a:t>
            </a:r>
            <a:endParaRPr sz="1650">
              <a:latin typeface="Tahoma"/>
              <a:cs typeface="Tahoma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857249" y="3029712"/>
            <a:ext cx="7077075" cy="2255520"/>
            <a:chOff x="857249" y="3029712"/>
            <a:chExt cx="7077075" cy="2255520"/>
          </a:xfrm>
        </p:grpSpPr>
        <p:sp>
          <p:nvSpPr>
            <p:cNvPr id="35" name="object 35" descr=""/>
            <p:cNvSpPr/>
            <p:nvPr/>
          </p:nvSpPr>
          <p:spPr>
            <a:xfrm>
              <a:off x="857237" y="4019549"/>
              <a:ext cx="3076575" cy="933450"/>
            </a:xfrm>
            <a:custGeom>
              <a:avLst/>
              <a:gdLst/>
              <a:ahLst/>
              <a:cxnLst/>
              <a:rect l="l" t="t" r="r" b="b"/>
              <a:pathLst>
                <a:path w="3076575" h="933450">
                  <a:moveTo>
                    <a:pt x="3076575" y="595071"/>
                  </a:moveTo>
                  <a:lnTo>
                    <a:pt x="3060954" y="553580"/>
                  </a:lnTo>
                  <a:lnTo>
                    <a:pt x="3024924" y="527761"/>
                  </a:lnTo>
                  <a:lnTo>
                    <a:pt x="3005378" y="523875"/>
                  </a:lnTo>
                  <a:lnTo>
                    <a:pt x="71208" y="523875"/>
                  </a:lnTo>
                  <a:lnTo>
                    <a:pt x="29718" y="539496"/>
                  </a:lnTo>
                  <a:lnTo>
                    <a:pt x="3886" y="575538"/>
                  </a:lnTo>
                  <a:lnTo>
                    <a:pt x="0" y="595071"/>
                  </a:lnTo>
                  <a:lnTo>
                    <a:pt x="0" y="857250"/>
                  </a:lnTo>
                  <a:lnTo>
                    <a:pt x="0" y="862253"/>
                  </a:lnTo>
                  <a:lnTo>
                    <a:pt x="15633" y="903744"/>
                  </a:lnTo>
                  <a:lnTo>
                    <a:pt x="51663" y="929563"/>
                  </a:lnTo>
                  <a:lnTo>
                    <a:pt x="71208" y="933450"/>
                  </a:lnTo>
                  <a:lnTo>
                    <a:pt x="3005378" y="933450"/>
                  </a:lnTo>
                  <a:lnTo>
                    <a:pt x="3046869" y="917829"/>
                  </a:lnTo>
                  <a:lnTo>
                    <a:pt x="3072701" y="881799"/>
                  </a:lnTo>
                  <a:lnTo>
                    <a:pt x="3076575" y="862253"/>
                  </a:lnTo>
                  <a:lnTo>
                    <a:pt x="3076575" y="595071"/>
                  </a:lnTo>
                  <a:close/>
                </a:path>
                <a:path w="3076575" h="933450">
                  <a:moveTo>
                    <a:pt x="3076575" y="71196"/>
                  </a:moveTo>
                  <a:lnTo>
                    <a:pt x="3060954" y="29705"/>
                  </a:lnTo>
                  <a:lnTo>
                    <a:pt x="3024924" y="3886"/>
                  </a:lnTo>
                  <a:lnTo>
                    <a:pt x="3005378" y="0"/>
                  </a:lnTo>
                  <a:lnTo>
                    <a:pt x="71208" y="0"/>
                  </a:lnTo>
                  <a:lnTo>
                    <a:pt x="29718" y="15621"/>
                  </a:lnTo>
                  <a:lnTo>
                    <a:pt x="3886" y="51663"/>
                  </a:lnTo>
                  <a:lnTo>
                    <a:pt x="0" y="71196"/>
                  </a:lnTo>
                  <a:lnTo>
                    <a:pt x="0" y="333375"/>
                  </a:lnTo>
                  <a:lnTo>
                    <a:pt x="0" y="338378"/>
                  </a:lnTo>
                  <a:lnTo>
                    <a:pt x="15633" y="379869"/>
                  </a:lnTo>
                  <a:lnTo>
                    <a:pt x="51663" y="405701"/>
                  </a:lnTo>
                  <a:lnTo>
                    <a:pt x="71208" y="409575"/>
                  </a:lnTo>
                  <a:lnTo>
                    <a:pt x="3005378" y="409575"/>
                  </a:lnTo>
                  <a:lnTo>
                    <a:pt x="3046869" y="393954"/>
                  </a:lnTo>
                  <a:lnTo>
                    <a:pt x="3072701" y="357924"/>
                  </a:lnTo>
                  <a:lnTo>
                    <a:pt x="3076575" y="338378"/>
                  </a:lnTo>
                  <a:lnTo>
                    <a:pt x="3076575" y="71196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4258055" y="3029712"/>
              <a:ext cx="3676015" cy="2255520"/>
            </a:xfrm>
            <a:custGeom>
              <a:avLst/>
              <a:gdLst/>
              <a:ahLst/>
              <a:cxnLst/>
              <a:rect l="l" t="t" r="r" b="b"/>
              <a:pathLst>
                <a:path w="3676015" h="2255520">
                  <a:moveTo>
                    <a:pt x="3675887" y="2255519"/>
                  </a:moveTo>
                  <a:lnTo>
                    <a:pt x="0" y="2255519"/>
                  </a:lnTo>
                  <a:lnTo>
                    <a:pt x="0" y="0"/>
                  </a:lnTo>
                  <a:lnTo>
                    <a:pt x="3675887" y="0"/>
                  </a:lnTo>
                  <a:lnTo>
                    <a:pt x="3675887" y="75437"/>
                  </a:lnTo>
                  <a:lnTo>
                    <a:pt x="218693" y="75437"/>
                  </a:lnTo>
                  <a:lnTo>
                    <a:pt x="208372" y="75936"/>
                  </a:lnTo>
                  <a:lnTo>
                    <a:pt x="169253" y="87823"/>
                  </a:lnTo>
                  <a:lnTo>
                    <a:pt x="137660" y="113776"/>
                  </a:lnTo>
                  <a:lnTo>
                    <a:pt x="118404" y="149843"/>
                  </a:lnTo>
                  <a:lnTo>
                    <a:pt x="113918" y="180212"/>
                  </a:lnTo>
                  <a:lnTo>
                    <a:pt x="113918" y="1999487"/>
                  </a:lnTo>
                  <a:lnTo>
                    <a:pt x="121893" y="2039582"/>
                  </a:lnTo>
                  <a:lnTo>
                    <a:pt x="144606" y="2073574"/>
                  </a:lnTo>
                  <a:lnTo>
                    <a:pt x="178597" y="2096286"/>
                  </a:lnTo>
                  <a:lnTo>
                    <a:pt x="218693" y="2104262"/>
                  </a:lnTo>
                  <a:lnTo>
                    <a:pt x="3675887" y="2104262"/>
                  </a:lnTo>
                  <a:lnTo>
                    <a:pt x="3675887" y="2255519"/>
                  </a:lnTo>
                  <a:close/>
                </a:path>
                <a:path w="3676015" h="2255520">
                  <a:moveTo>
                    <a:pt x="3675887" y="2104262"/>
                  </a:moveTo>
                  <a:lnTo>
                    <a:pt x="3457193" y="2104262"/>
                  </a:lnTo>
                  <a:lnTo>
                    <a:pt x="3467515" y="2103764"/>
                  </a:lnTo>
                  <a:lnTo>
                    <a:pt x="3477637" y="2102268"/>
                  </a:lnTo>
                  <a:lnTo>
                    <a:pt x="3515413" y="2086620"/>
                  </a:lnTo>
                  <a:lnTo>
                    <a:pt x="3544327" y="2057707"/>
                  </a:lnTo>
                  <a:lnTo>
                    <a:pt x="3559974" y="2019931"/>
                  </a:lnTo>
                  <a:lnTo>
                    <a:pt x="3561968" y="1999487"/>
                  </a:lnTo>
                  <a:lnTo>
                    <a:pt x="3561968" y="180212"/>
                  </a:lnTo>
                  <a:lnTo>
                    <a:pt x="3553993" y="140116"/>
                  </a:lnTo>
                  <a:lnTo>
                    <a:pt x="3531280" y="106125"/>
                  </a:lnTo>
                  <a:lnTo>
                    <a:pt x="3497288" y="83413"/>
                  </a:lnTo>
                  <a:lnTo>
                    <a:pt x="3457193" y="75437"/>
                  </a:lnTo>
                  <a:lnTo>
                    <a:pt x="3675887" y="75437"/>
                  </a:lnTo>
                  <a:lnTo>
                    <a:pt x="3675887" y="2104262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4362449" y="3095624"/>
              <a:ext cx="3467100" cy="2047875"/>
            </a:xfrm>
            <a:custGeom>
              <a:avLst/>
              <a:gdLst/>
              <a:ahLst/>
              <a:cxnLst/>
              <a:rect l="l" t="t" r="r" b="b"/>
              <a:pathLst>
                <a:path w="3467100" h="2047875">
                  <a:moveTo>
                    <a:pt x="3360304" y="2047874"/>
                  </a:moveTo>
                  <a:lnTo>
                    <a:pt x="106794" y="2047874"/>
                  </a:lnTo>
                  <a:lnTo>
                    <a:pt x="99361" y="2047142"/>
                  </a:lnTo>
                  <a:lnTo>
                    <a:pt x="57037" y="2032780"/>
                  </a:lnTo>
                  <a:lnTo>
                    <a:pt x="23431" y="2003315"/>
                  </a:lnTo>
                  <a:lnTo>
                    <a:pt x="3660" y="1963234"/>
                  </a:lnTo>
                  <a:lnTo>
                    <a:pt x="0" y="1941079"/>
                  </a:lnTo>
                  <a:lnTo>
                    <a:pt x="0" y="1933574"/>
                  </a:lnTo>
                  <a:lnTo>
                    <a:pt x="0" y="106794"/>
                  </a:lnTo>
                  <a:lnTo>
                    <a:pt x="11571" y="63625"/>
                  </a:lnTo>
                  <a:lnTo>
                    <a:pt x="38783" y="28170"/>
                  </a:lnTo>
                  <a:lnTo>
                    <a:pt x="77492" y="5828"/>
                  </a:lnTo>
                  <a:lnTo>
                    <a:pt x="106794" y="0"/>
                  </a:lnTo>
                  <a:lnTo>
                    <a:pt x="3360304" y="0"/>
                  </a:lnTo>
                  <a:lnTo>
                    <a:pt x="3403473" y="11572"/>
                  </a:lnTo>
                  <a:lnTo>
                    <a:pt x="3438927" y="38784"/>
                  </a:lnTo>
                  <a:lnTo>
                    <a:pt x="3461270" y="77492"/>
                  </a:lnTo>
                  <a:lnTo>
                    <a:pt x="3467099" y="106794"/>
                  </a:lnTo>
                  <a:lnTo>
                    <a:pt x="3467099" y="1941079"/>
                  </a:lnTo>
                  <a:lnTo>
                    <a:pt x="3455525" y="1984248"/>
                  </a:lnTo>
                  <a:lnTo>
                    <a:pt x="3428314" y="2019703"/>
                  </a:lnTo>
                  <a:lnTo>
                    <a:pt x="3389605" y="2042045"/>
                  </a:lnTo>
                  <a:lnTo>
                    <a:pt x="3367737" y="2047142"/>
                  </a:lnTo>
                  <a:lnTo>
                    <a:pt x="3360304" y="2047874"/>
                  </a:lnTo>
                  <a:close/>
                </a:path>
              </a:pathLst>
            </a:custGeom>
            <a:solidFill>
              <a:srgbClr val="F1F7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4552949" y="3857624"/>
              <a:ext cx="3086100" cy="19050"/>
            </a:xfrm>
            <a:custGeom>
              <a:avLst/>
              <a:gdLst/>
              <a:ahLst/>
              <a:cxnLst/>
              <a:rect l="l" t="t" r="r" b="b"/>
              <a:pathLst>
                <a:path w="3086100" h="19050">
                  <a:moveTo>
                    <a:pt x="30860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3086099" y="0"/>
                  </a:lnTo>
                  <a:lnTo>
                    <a:pt x="3086099" y="19049"/>
                  </a:lnTo>
                  <a:close/>
                </a:path>
              </a:pathLst>
            </a:custGeom>
            <a:solidFill>
              <a:srgbClr val="2E7D32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4552949" y="3286124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3" y="476249"/>
                  </a:moveTo>
                  <a:lnTo>
                    <a:pt x="230326" y="476249"/>
                  </a:lnTo>
                  <a:lnTo>
                    <a:pt x="222545" y="475867"/>
                  </a:lnTo>
                  <a:lnTo>
                    <a:pt x="184019" y="470152"/>
                  </a:lnTo>
                  <a:lnTo>
                    <a:pt x="139792" y="455138"/>
                  </a:lnTo>
                  <a:lnTo>
                    <a:pt x="99345" y="431784"/>
                  </a:lnTo>
                  <a:lnTo>
                    <a:pt x="64230" y="400989"/>
                  </a:lnTo>
                  <a:lnTo>
                    <a:pt x="35798" y="363934"/>
                  </a:lnTo>
                  <a:lnTo>
                    <a:pt x="15141" y="322045"/>
                  </a:lnTo>
                  <a:lnTo>
                    <a:pt x="3053" y="276931"/>
                  </a:lnTo>
                  <a:lnTo>
                    <a:pt x="0" y="245923"/>
                  </a:lnTo>
                  <a:lnTo>
                    <a:pt x="0" y="230325"/>
                  </a:lnTo>
                  <a:lnTo>
                    <a:pt x="6096" y="184019"/>
                  </a:lnTo>
                  <a:lnTo>
                    <a:pt x="21110" y="139792"/>
                  </a:lnTo>
                  <a:lnTo>
                    <a:pt x="44464" y="99344"/>
                  </a:lnTo>
                  <a:lnTo>
                    <a:pt x="75259" y="64230"/>
                  </a:lnTo>
                  <a:lnTo>
                    <a:pt x="112314" y="35798"/>
                  </a:lnTo>
                  <a:lnTo>
                    <a:pt x="154203" y="15141"/>
                  </a:lnTo>
                  <a:lnTo>
                    <a:pt x="199318" y="3053"/>
                  </a:lnTo>
                  <a:lnTo>
                    <a:pt x="230326" y="0"/>
                  </a:lnTo>
                  <a:lnTo>
                    <a:pt x="245923" y="0"/>
                  </a:lnTo>
                  <a:lnTo>
                    <a:pt x="292230" y="6097"/>
                  </a:lnTo>
                  <a:lnTo>
                    <a:pt x="336456" y="21110"/>
                  </a:lnTo>
                  <a:lnTo>
                    <a:pt x="376904" y="44463"/>
                  </a:lnTo>
                  <a:lnTo>
                    <a:pt x="412019" y="75259"/>
                  </a:lnTo>
                  <a:lnTo>
                    <a:pt x="440451" y="112313"/>
                  </a:lnTo>
                  <a:lnTo>
                    <a:pt x="461107" y="154203"/>
                  </a:lnTo>
                  <a:lnTo>
                    <a:pt x="473195" y="199317"/>
                  </a:lnTo>
                  <a:lnTo>
                    <a:pt x="476249" y="230325"/>
                  </a:lnTo>
                  <a:lnTo>
                    <a:pt x="476249" y="238124"/>
                  </a:lnTo>
                  <a:lnTo>
                    <a:pt x="476249" y="245923"/>
                  </a:lnTo>
                  <a:lnTo>
                    <a:pt x="470152" y="292229"/>
                  </a:lnTo>
                  <a:lnTo>
                    <a:pt x="455139" y="336455"/>
                  </a:lnTo>
                  <a:lnTo>
                    <a:pt x="431785" y="376903"/>
                  </a:lnTo>
                  <a:lnTo>
                    <a:pt x="400989" y="412018"/>
                  </a:lnTo>
                  <a:lnTo>
                    <a:pt x="363935" y="440450"/>
                  </a:lnTo>
                  <a:lnTo>
                    <a:pt x="322045" y="461107"/>
                  </a:lnTo>
                  <a:lnTo>
                    <a:pt x="276931" y="473195"/>
                  </a:lnTo>
                  <a:lnTo>
                    <a:pt x="253704" y="475867"/>
                  </a:lnTo>
                  <a:lnTo>
                    <a:pt x="245923" y="476249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92600" y="3422649"/>
              <a:ext cx="203200" cy="203200"/>
            </a:xfrm>
            <a:prstGeom prst="rect">
              <a:avLst/>
            </a:prstGeom>
          </p:spPr>
        </p:pic>
      </p:grpSp>
      <p:sp>
        <p:nvSpPr>
          <p:cNvPr id="41" name="object 41" descr=""/>
          <p:cNvSpPr txBox="1"/>
          <p:nvPr/>
        </p:nvSpPr>
        <p:spPr>
          <a:xfrm>
            <a:off x="5162500" y="3378199"/>
            <a:ext cx="1523365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-140" b="1">
                <a:solidFill>
                  <a:srgbClr val="2E7D32"/>
                </a:solidFill>
                <a:latin typeface="Tahoma"/>
                <a:cs typeface="Tahoma"/>
              </a:rPr>
              <a:t>Business</a:t>
            </a:r>
            <a:r>
              <a:rPr dirty="0" sz="1650" spc="-110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650" spc="-125" b="1">
                <a:solidFill>
                  <a:srgbClr val="2E7D32"/>
                </a:solidFill>
                <a:latin typeface="Tahoma"/>
                <a:cs typeface="Tahoma"/>
              </a:rPr>
              <a:t>Analyst</a:t>
            </a:r>
            <a:endParaRPr sz="1650">
              <a:latin typeface="Tahoma"/>
              <a:cs typeface="Tahoma"/>
            </a:endParaRPr>
          </a:p>
        </p:txBody>
      </p:sp>
      <p:grpSp>
        <p:nvGrpSpPr>
          <p:cNvPr id="42" name="object 42" descr=""/>
          <p:cNvGrpSpPr/>
          <p:nvPr/>
        </p:nvGrpSpPr>
        <p:grpSpPr>
          <a:xfrm>
            <a:off x="4552949" y="3029712"/>
            <a:ext cx="7075170" cy="2255520"/>
            <a:chOff x="4552949" y="3029712"/>
            <a:chExt cx="7075170" cy="2255520"/>
          </a:xfrm>
        </p:grpSpPr>
        <p:sp>
          <p:nvSpPr>
            <p:cNvPr id="43" name="object 43" descr=""/>
            <p:cNvSpPr/>
            <p:nvPr/>
          </p:nvSpPr>
          <p:spPr>
            <a:xfrm>
              <a:off x="4552949" y="4019549"/>
              <a:ext cx="3086100" cy="409575"/>
            </a:xfrm>
            <a:custGeom>
              <a:avLst/>
              <a:gdLst/>
              <a:ahLst/>
              <a:cxnLst/>
              <a:rect l="l" t="t" r="r" b="b"/>
              <a:pathLst>
                <a:path w="3086100" h="409575">
                  <a:moveTo>
                    <a:pt x="3014903" y="409574"/>
                  </a:moveTo>
                  <a:lnTo>
                    <a:pt x="71196" y="409574"/>
                  </a:lnTo>
                  <a:lnTo>
                    <a:pt x="66241" y="409086"/>
                  </a:lnTo>
                  <a:lnTo>
                    <a:pt x="29705" y="393952"/>
                  </a:lnTo>
                  <a:lnTo>
                    <a:pt x="3885" y="357912"/>
                  </a:lnTo>
                  <a:lnTo>
                    <a:pt x="0" y="338378"/>
                  </a:lnTo>
                  <a:lnTo>
                    <a:pt x="0" y="333374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2" y="3885"/>
                  </a:lnTo>
                  <a:lnTo>
                    <a:pt x="71196" y="0"/>
                  </a:lnTo>
                  <a:lnTo>
                    <a:pt x="3014903" y="0"/>
                  </a:lnTo>
                  <a:lnTo>
                    <a:pt x="3056393" y="15621"/>
                  </a:lnTo>
                  <a:lnTo>
                    <a:pt x="3082213" y="51661"/>
                  </a:lnTo>
                  <a:lnTo>
                    <a:pt x="3086100" y="71196"/>
                  </a:lnTo>
                  <a:lnTo>
                    <a:pt x="3086100" y="338378"/>
                  </a:lnTo>
                  <a:lnTo>
                    <a:pt x="3070477" y="379869"/>
                  </a:lnTo>
                  <a:lnTo>
                    <a:pt x="3034437" y="405689"/>
                  </a:lnTo>
                  <a:lnTo>
                    <a:pt x="3019858" y="409086"/>
                  </a:lnTo>
                  <a:lnTo>
                    <a:pt x="3014903" y="409574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7964423" y="3029712"/>
              <a:ext cx="3663950" cy="2255520"/>
            </a:xfrm>
            <a:custGeom>
              <a:avLst/>
              <a:gdLst/>
              <a:ahLst/>
              <a:cxnLst/>
              <a:rect l="l" t="t" r="r" b="b"/>
              <a:pathLst>
                <a:path w="3663950" h="2255520">
                  <a:moveTo>
                    <a:pt x="3663695" y="2255519"/>
                  </a:moveTo>
                  <a:lnTo>
                    <a:pt x="0" y="2255519"/>
                  </a:lnTo>
                  <a:lnTo>
                    <a:pt x="0" y="0"/>
                  </a:lnTo>
                  <a:lnTo>
                    <a:pt x="3663695" y="0"/>
                  </a:lnTo>
                  <a:lnTo>
                    <a:pt x="3663695" y="75437"/>
                  </a:lnTo>
                  <a:lnTo>
                    <a:pt x="217550" y="75437"/>
                  </a:lnTo>
                  <a:lnTo>
                    <a:pt x="207229" y="75936"/>
                  </a:lnTo>
                  <a:lnTo>
                    <a:pt x="168109" y="87823"/>
                  </a:lnTo>
                  <a:lnTo>
                    <a:pt x="136517" y="113776"/>
                  </a:lnTo>
                  <a:lnTo>
                    <a:pt x="117261" y="149843"/>
                  </a:lnTo>
                  <a:lnTo>
                    <a:pt x="112775" y="180212"/>
                  </a:lnTo>
                  <a:lnTo>
                    <a:pt x="112775" y="1999487"/>
                  </a:lnTo>
                  <a:lnTo>
                    <a:pt x="120750" y="2039582"/>
                  </a:lnTo>
                  <a:lnTo>
                    <a:pt x="143463" y="2073574"/>
                  </a:lnTo>
                  <a:lnTo>
                    <a:pt x="177454" y="2096286"/>
                  </a:lnTo>
                  <a:lnTo>
                    <a:pt x="217550" y="2104262"/>
                  </a:lnTo>
                  <a:lnTo>
                    <a:pt x="3663695" y="2104262"/>
                  </a:lnTo>
                  <a:lnTo>
                    <a:pt x="3663695" y="2255519"/>
                  </a:lnTo>
                  <a:close/>
                </a:path>
                <a:path w="3663950" h="2255520">
                  <a:moveTo>
                    <a:pt x="3663695" y="2104262"/>
                  </a:moveTo>
                  <a:lnTo>
                    <a:pt x="3446525" y="2104262"/>
                  </a:lnTo>
                  <a:lnTo>
                    <a:pt x="3456846" y="2103764"/>
                  </a:lnTo>
                  <a:lnTo>
                    <a:pt x="3466969" y="2102268"/>
                  </a:lnTo>
                  <a:lnTo>
                    <a:pt x="3504745" y="2086620"/>
                  </a:lnTo>
                  <a:lnTo>
                    <a:pt x="3533658" y="2057707"/>
                  </a:lnTo>
                  <a:lnTo>
                    <a:pt x="3549305" y="2019931"/>
                  </a:lnTo>
                  <a:lnTo>
                    <a:pt x="3551300" y="1999487"/>
                  </a:lnTo>
                  <a:lnTo>
                    <a:pt x="3551300" y="180212"/>
                  </a:lnTo>
                  <a:lnTo>
                    <a:pt x="3543323" y="140116"/>
                  </a:lnTo>
                  <a:lnTo>
                    <a:pt x="3520612" y="106125"/>
                  </a:lnTo>
                  <a:lnTo>
                    <a:pt x="3486620" y="83413"/>
                  </a:lnTo>
                  <a:lnTo>
                    <a:pt x="3446525" y="75437"/>
                  </a:lnTo>
                  <a:lnTo>
                    <a:pt x="3663695" y="75437"/>
                  </a:lnTo>
                  <a:lnTo>
                    <a:pt x="3663695" y="2104262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8067673" y="3095624"/>
              <a:ext cx="3457575" cy="2047875"/>
            </a:xfrm>
            <a:custGeom>
              <a:avLst/>
              <a:gdLst/>
              <a:ahLst/>
              <a:cxnLst/>
              <a:rect l="l" t="t" r="r" b="b"/>
              <a:pathLst>
                <a:path w="3457575" h="2047875">
                  <a:moveTo>
                    <a:pt x="3350780" y="2047874"/>
                  </a:moveTo>
                  <a:lnTo>
                    <a:pt x="106795" y="2047874"/>
                  </a:lnTo>
                  <a:lnTo>
                    <a:pt x="99361" y="2047142"/>
                  </a:lnTo>
                  <a:lnTo>
                    <a:pt x="57037" y="2032780"/>
                  </a:lnTo>
                  <a:lnTo>
                    <a:pt x="23432" y="2003315"/>
                  </a:lnTo>
                  <a:lnTo>
                    <a:pt x="3660" y="1963234"/>
                  </a:lnTo>
                  <a:lnTo>
                    <a:pt x="0" y="1941079"/>
                  </a:lnTo>
                  <a:lnTo>
                    <a:pt x="0" y="1933574"/>
                  </a:lnTo>
                  <a:lnTo>
                    <a:pt x="0" y="106794"/>
                  </a:lnTo>
                  <a:lnTo>
                    <a:pt x="11571" y="63625"/>
                  </a:lnTo>
                  <a:lnTo>
                    <a:pt x="38784" y="28170"/>
                  </a:lnTo>
                  <a:lnTo>
                    <a:pt x="77492" y="5828"/>
                  </a:lnTo>
                  <a:lnTo>
                    <a:pt x="106795" y="0"/>
                  </a:lnTo>
                  <a:lnTo>
                    <a:pt x="3350780" y="0"/>
                  </a:lnTo>
                  <a:lnTo>
                    <a:pt x="3393947" y="11572"/>
                  </a:lnTo>
                  <a:lnTo>
                    <a:pt x="3429402" y="38784"/>
                  </a:lnTo>
                  <a:lnTo>
                    <a:pt x="3451745" y="77492"/>
                  </a:lnTo>
                  <a:lnTo>
                    <a:pt x="3457574" y="106794"/>
                  </a:lnTo>
                  <a:lnTo>
                    <a:pt x="3457574" y="1941079"/>
                  </a:lnTo>
                  <a:lnTo>
                    <a:pt x="3446001" y="1984248"/>
                  </a:lnTo>
                  <a:lnTo>
                    <a:pt x="3418788" y="2019703"/>
                  </a:lnTo>
                  <a:lnTo>
                    <a:pt x="3380081" y="2042045"/>
                  </a:lnTo>
                  <a:lnTo>
                    <a:pt x="3358212" y="2047142"/>
                  </a:lnTo>
                  <a:lnTo>
                    <a:pt x="3350780" y="2047874"/>
                  </a:lnTo>
                  <a:close/>
                </a:path>
              </a:pathLst>
            </a:custGeom>
            <a:solidFill>
              <a:srgbClr val="F1F7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8258174" y="3857624"/>
              <a:ext cx="3076575" cy="19050"/>
            </a:xfrm>
            <a:custGeom>
              <a:avLst/>
              <a:gdLst/>
              <a:ahLst/>
              <a:cxnLst/>
              <a:rect l="l" t="t" r="r" b="b"/>
              <a:pathLst>
                <a:path w="3076575" h="19050">
                  <a:moveTo>
                    <a:pt x="3076574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3076574" y="0"/>
                  </a:lnTo>
                  <a:lnTo>
                    <a:pt x="3076574" y="19049"/>
                  </a:lnTo>
                  <a:close/>
                </a:path>
              </a:pathLst>
            </a:custGeom>
            <a:solidFill>
              <a:srgbClr val="2E7D32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8258174" y="3286124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3" y="476249"/>
                  </a:moveTo>
                  <a:lnTo>
                    <a:pt x="230325" y="476249"/>
                  </a:lnTo>
                  <a:lnTo>
                    <a:pt x="222545" y="475867"/>
                  </a:lnTo>
                  <a:lnTo>
                    <a:pt x="184018" y="470152"/>
                  </a:lnTo>
                  <a:lnTo>
                    <a:pt x="139792" y="455138"/>
                  </a:lnTo>
                  <a:lnTo>
                    <a:pt x="99343" y="431784"/>
                  </a:lnTo>
                  <a:lnTo>
                    <a:pt x="64229" y="400989"/>
                  </a:lnTo>
                  <a:lnTo>
                    <a:pt x="35797" y="363934"/>
                  </a:lnTo>
                  <a:lnTo>
                    <a:pt x="15140" y="322045"/>
                  </a:lnTo>
                  <a:lnTo>
                    <a:pt x="3053" y="276931"/>
                  </a:lnTo>
                  <a:lnTo>
                    <a:pt x="0" y="245923"/>
                  </a:lnTo>
                  <a:lnTo>
                    <a:pt x="0" y="230325"/>
                  </a:lnTo>
                  <a:lnTo>
                    <a:pt x="6096" y="184019"/>
                  </a:lnTo>
                  <a:lnTo>
                    <a:pt x="21109" y="139792"/>
                  </a:lnTo>
                  <a:lnTo>
                    <a:pt x="44462" y="99344"/>
                  </a:lnTo>
                  <a:lnTo>
                    <a:pt x="75258" y="64230"/>
                  </a:lnTo>
                  <a:lnTo>
                    <a:pt x="112313" y="35798"/>
                  </a:lnTo>
                  <a:lnTo>
                    <a:pt x="154202" y="15141"/>
                  </a:lnTo>
                  <a:lnTo>
                    <a:pt x="199317" y="3053"/>
                  </a:lnTo>
                  <a:lnTo>
                    <a:pt x="230325" y="0"/>
                  </a:lnTo>
                  <a:lnTo>
                    <a:pt x="245923" y="0"/>
                  </a:lnTo>
                  <a:lnTo>
                    <a:pt x="292229" y="6097"/>
                  </a:lnTo>
                  <a:lnTo>
                    <a:pt x="336456" y="21110"/>
                  </a:lnTo>
                  <a:lnTo>
                    <a:pt x="376904" y="44463"/>
                  </a:lnTo>
                  <a:lnTo>
                    <a:pt x="412018" y="75259"/>
                  </a:lnTo>
                  <a:lnTo>
                    <a:pt x="440450" y="112313"/>
                  </a:lnTo>
                  <a:lnTo>
                    <a:pt x="461107" y="154203"/>
                  </a:lnTo>
                  <a:lnTo>
                    <a:pt x="473195" y="199317"/>
                  </a:lnTo>
                  <a:lnTo>
                    <a:pt x="476249" y="230325"/>
                  </a:lnTo>
                  <a:lnTo>
                    <a:pt x="476249" y="238124"/>
                  </a:lnTo>
                  <a:lnTo>
                    <a:pt x="476249" y="245923"/>
                  </a:lnTo>
                  <a:lnTo>
                    <a:pt x="470152" y="292229"/>
                  </a:lnTo>
                  <a:lnTo>
                    <a:pt x="455138" y="336455"/>
                  </a:lnTo>
                  <a:lnTo>
                    <a:pt x="431784" y="376903"/>
                  </a:lnTo>
                  <a:lnTo>
                    <a:pt x="400989" y="412018"/>
                  </a:lnTo>
                  <a:lnTo>
                    <a:pt x="363935" y="440450"/>
                  </a:lnTo>
                  <a:lnTo>
                    <a:pt x="322045" y="461107"/>
                  </a:lnTo>
                  <a:lnTo>
                    <a:pt x="276931" y="473195"/>
                  </a:lnTo>
                  <a:lnTo>
                    <a:pt x="253704" y="475867"/>
                  </a:lnTo>
                  <a:lnTo>
                    <a:pt x="245923" y="476249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59675" y="3432174"/>
              <a:ext cx="266700" cy="184150"/>
            </a:xfrm>
            <a:prstGeom prst="rect">
              <a:avLst/>
            </a:prstGeom>
          </p:spPr>
        </p:pic>
      </p:grpSp>
      <p:sp>
        <p:nvSpPr>
          <p:cNvPr id="49" name="object 49" descr=""/>
          <p:cNvSpPr txBox="1"/>
          <p:nvPr/>
        </p:nvSpPr>
        <p:spPr>
          <a:xfrm>
            <a:off x="8861325" y="3378199"/>
            <a:ext cx="1902460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-135" b="1">
                <a:solidFill>
                  <a:srgbClr val="2E7D32"/>
                </a:solidFill>
                <a:latin typeface="Tahoma"/>
                <a:cs typeface="Tahoma"/>
              </a:rPr>
              <a:t>Frontend</a:t>
            </a:r>
            <a:r>
              <a:rPr dirty="0" sz="1650" spc="-105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650" spc="-125" b="1">
                <a:solidFill>
                  <a:srgbClr val="2E7D32"/>
                </a:solidFill>
                <a:latin typeface="Tahoma"/>
                <a:cs typeface="Tahoma"/>
              </a:rPr>
              <a:t>Developers</a:t>
            </a:r>
            <a:endParaRPr sz="1650">
              <a:latin typeface="Tahoma"/>
              <a:cs typeface="Tahoma"/>
            </a:endParaRPr>
          </a:p>
        </p:txBody>
      </p:sp>
      <p:grpSp>
        <p:nvGrpSpPr>
          <p:cNvPr id="50" name="object 50" descr=""/>
          <p:cNvGrpSpPr/>
          <p:nvPr/>
        </p:nvGrpSpPr>
        <p:grpSpPr>
          <a:xfrm>
            <a:off x="563879" y="4019549"/>
            <a:ext cx="10770870" cy="4076065"/>
            <a:chOff x="563879" y="4019549"/>
            <a:chExt cx="10770870" cy="4076065"/>
          </a:xfrm>
        </p:grpSpPr>
        <p:sp>
          <p:nvSpPr>
            <p:cNvPr id="51" name="object 51" descr=""/>
            <p:cNvSpPr/>
            <p:nvPr/>
          </p:nvSpPr>
          <p:spPr>
            <a:xfrm>
              <a:off x="8258163" y="4019549"/>
              <a:ext cx="3076575" cy="933450"/>
            </a:xfrm>
            <a:custGeom>
              <a:avLst/>
              <a:gdLst/>
              <a:ahLst/>
              <a:cxnLst/>
              <a:rect l="l" t="t" r="r" b="b"/>
              <a:pathLst>
                <a:path w="3076575" h="933450">
                  <a:moveTo>
                    <a:pt x="3076575" y="595071"/>
                  </a:moveTo>
                  <a:lnTo>
                    <a:pt x="3060954" y="553580"/>
                  </a:lnTo>
                  <a:lnTo>
                    <a:pt x="3024911" y="527761"/>
                  </a:lnTo>
                  <a:lnTo>
                    <a:pt x="3005378" y="523875"/>
                  </a:lnTo>
                  <a:lnTo>
                    <a:pt x="71196" y="523875"/>
                  </a:lnTo>
                  <a:lnTo>
                    <a:pt x="29705" y="539496"/>
                  </a:lnTo>
                  <a:lnTo>
                    <a:pt x="3886" y="575538"/>
                  </a:lnTo>
                  <a:lnTo>
                    <a:pt x="0" y="595071"/>
                  </a:lnTo>
                  <a:lnTo>
                    <a:pt x="0" y="857250"/>
                  </a:lnTo>
                  <a:lnTo>
                    <a:pt x="0" y="862253"/>
                  </a:lnTo>
                  <a:lnTo>
                    <a:pt x="15621" y="903744"/>
                  </a:lnTo>
                  <a:lnTo>
                    <a:pt x="51663" y="929563"/>
                  </a:lnTo>
                  <a:lnTo>
                    <a:pt x="71196" y="933450"/>
                  </a:lnTo>
                  <a:lnTo>
                    <a:pt x="3005378" y="933450"/>
                  </a:lnTo>
                  <a:lnTo>
                    <a:pt x="3046869" y="917829"/>
                  </a:lnTo>
                  <a:lnTo>
                    <a:pt x="3072688" y="881799"/>
                  </a:lnTo>
                  <a:lnTo>
                    <a:pt x="3076575" y="862253"/>
                  </a:lnTo>
                  <a:lnTo>
                    <a:pt x="3076575" y="595071"/>
                  </a:lnTo>
                  <a:close/>
                </a:path>
                <a:path w="3076575" h="933450">
                  <a:moveTo>
                    <a:pt x="3076575" y="71196"/>
                  </a:moveTo>
                  <a:lnTo>
                    <a:pt x="3060954" y="29705"/>
                  </a:lnTo>
                  <a:lnTo>
                    <a:pt x="3024911" y="3886"/>
                  </a:lnTo>
                  <a:lnTo>
                    <a:pt x="3005378" y="0"/>
                  </a:lnTo>
                  <a:lnTo>
                    <a:pt x="71196" y="0"/>
                  </a:lnTo>
                  <a:lnTo>
                    <a:pt x="29705" y="15621"/>
                  </a:lnTo>
                  <a:lnTo>
                    <a:pt x="3886" y="51663"/>
                  </a:lnTo>
                  <a:lnTo>
                    <a:pt x="0" y="71196"/>
                  </a:lnTo>
                  <a:lnTo>
                    <a:pt x="0" y="333375"/>
                  </a:lnTo>
                  <a:lnTo>
                    <a:pt x="0" y="338378"/>
                  </a:lnTo>
                  <a:lnTo>
                    <a:pt x="15621" y="379869"/>
                  </a:lnTo>
                  <a:lnTo>
                    <a:pt x="51663" y="405701"/>
                  </a:lnTo>
                  <a:lnTo>
                    <a:pt x="71196" y="409575"/>
                  </a:lnTo>
                  <a:lnTo>
                    <a:pt x="3005378" y="409575"/>
                  </a:lnTo>
                  <a:lnTo>
                    <a:pt x="3046869" y="393954"/>
                  </a:lnTo>
                  <a:lnTo>
                    <a:pt x="3072688" y="357924"/>
                  </a:lnTo>
                  <a:lnTo>
                    <a:pt x="3076575" y="338378"/>
                  </a:lnTo>
                  <a:lnTo>
                    <a:pt x="3076575" y="71196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563879" y="5315712"/>
              <a:ext cx="3663950" cy="2780030"/>
            </a:xfrm>
            <a:custGeom>
              <a:avLst/>
              <a:gdLst/>
              <a:ahLst/>
              <a:cxnLst/>
              <a:rect l="l" t="t" r="r" b="b"/>
              <a:pathLst>
                <a:path w="3663950" h="2780029">
                  <a:moveTo>
                    <a:pt x="3663695" y="2779775"/>
                  </a:moveTo>
                  <a:lnTo>
                    <a:pt x="0" y="2779775"/>
                  </a:lnTo>
                  <a:lnTo>
                    <a:pt x="0" y="0"/>
                  </a:lnTo>
                  <a:lnTo>
                    <a:pt x="3663695" y="0"/>
                  </a:lnTo>
                  <a:lnTo>
                    <a:pt x="3663695" y="75437"/>
                  </a:lnTo>
                  <a:lnTo>
                    <a:pt x="217169" y="75437"/>
                  </a:lnTo>
                  <a:lnTo>
                    <a:pt x="206848" y="75936"/>
                  </a:lnTo>
                  <a:lnTo>
                    <a:pt x="167729" y="87823"/>
                  </a:lnTo>
                  <a:lnTo>
                    <a:pt x="136136" y="113776"/>
                  </a:lnTo>
                  <a:lnTo>
                    <a:pt x="116881" y="149843"/>
                  </a:lnTo>
                  <a:lnTo>
                    <a:pt x="112394" y="180212"/>
                  </a:lnTo>
                  <a:lnTo>
                    <a:pt x="112394" y="2523362"/>
                  </a:lnTo>
                  <a:lnTo>
                    <a:pt x="120370" y="2563457"/>
                  </a:lnTo>
                  <a:lnTo>
                    <a:pt x="143082" y="2597449"/>
                  </a:lnTo>
                  <a:lnTo>
                    <a:pt x="177074" y="2620161"/>
                  </a:lnTo>
                  <a:lnTo>
                    <a:pt x="217169" y="2628137"/>
                  </a:lnTo>
                  <a:lnTo>
                    <a:pt x="3663695" y="2628137"/>
                  </a:lnTo>
                  <a:lnTo>
                    <a:pt x="3663695" y="2779775"/>
                  </a:lnTo>
                  <a:close/>
                </a:path>
                <a:path w="3663950" h="2780029">
                  <a:moveTo>
                    <a:pt x="3663695" y="2628137"/>
                  </a:moveTo>
                  <a:lnTo>
                    <a:pt x="3446144" y="2628137"/>
                  </a:lnTo>
                  <a:lnTo>
                    <a:pt x="3456466" y="2627639"/>
                  </a:lnTo>
                  <a:lnTo>
                    <a:pt x="3466589" y="2626143"/>
                  </a:lnTo>
                  <a:lnTo>
                    <a:pt x="3504365" y="2610495"/>
                  </a:lnTo>
                  <a:lnTo>
                    <a:pt x="3533278" y="2581582"/>
                  </a:lnTo>
                  <a:lnTo>
                    <a:pt x="3548925" y="2543806"/>
                  </a:lnTo>
                  <a:lnTo>
                    <a:pt x="3550919" y="2523362"/>
                  </a:lnTo>
                  <a:lnTo>
                    <a:pt x="3550919" y="180212"/>
                  </a:lnTo>
                  <a:lnTo>
                    <a:pt x="3542944" y="140116"/>
                  </a:lnTo>
                  <a:lnTo>
                    <a:pt x="3520231" y="106125"/>
                  </a:lnTo>
                  <a:lnTo>
                    <a:pt x="3486240" y="83413"/>
                  </a:lnTo>
                  <a:lnTo>
                    <a:pt x="3446144" y="75437"/>
                  </a:lnTo>
                  <a:lnTo>
                    <a:pt x="3663695" y="75437"/>
                  </a:lnTo>
                  <a:lnTo>
                    <a:pt x="3663695" y="2628137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666749" y="5381624"/>
              <a:ext cx="3457575" cy="2571750"/>
            </a:xfrm>
            <a:custGeom>
              <a:avLst/>
              <a:gdLst/>
              <a:ahLst/>
              <a:cxnLst/>
              <a:rect l="l" t="t" r="r" b="b"/>
              <a:pathLst>
                <a:path w="3457575" h="2571750">
                  <a:moveTo>
                    <a:pt x="3350779" y="2571749"/>
                  </a:moveTo>
                  <a:lnTo>
                    <a:pt x="106794" y="2571749"/>
                  </a:lnTo>
                  <a:lnTo>
                    <a:pt x="99361" y="2571016"/>
                  </a:lnTo>
                  <a:lnTo>
                    <a:pt x="57038" y="2556655"/>
                  </a:lnTo>
                  <a:lnTo>
                    <a:pt x="23432" y="2527190"/>
                  </a:lnTo>
                  <a:lnTo>
                    <a:pt x="3660" y="2487108"/>
                  </a:lnTo>
                  <a:lnTo>
                    <a:pt x="0" y="2464954"/>
                  </a:lnTo>
                  <a:lnTo>
                    <a:pt x="0" y="2457449"/>
                  </a:lnTo>
                  <a:lnTo>
                    <a:pt x="0" y="106795"/>
                  </a:lnTo>
                  <a:lnTo>
                    <a:pt x="11572" y="63625"/>
                  </a:lnTo>
                  <a:lnTo>
                    <a:pt x="38784" y="28169"/>
                  </a:lnTo>
                  <a:lnTo>
                    <a:pt x="77492" y="5828"/>
                  </a:lnTo>
                  <a:lnTo>
                    <a:pt x="106794" y="0"/>
                  </a:lnTo>
                  <a:lnTo>
                    <a:pt x="3350779" y="0"/>
                  </a:lnTo>
                  <a:lnTo>
                    <a:pt x="3393948" y="11571"/>
                  </a:lnTo>
                  <a:lnTo>
                    <a:pt x="3429403" y="38784"/>
                  </a:lnTo>
                  <a:lnTo>
                    <a:pt x="3451745" y="77492"/>
                  </a:lnTo>
                  <a:lnTo>
                    <a:pt x="3457574" y="106795"/>
                  </a:lnTo>
                  <a:lnTo>
                    <a:pt x="3457574" y="2464954"/>
                  </a:lnTo>
                  <a:lnTo>
                    <a:pt x="3446001" y="2508122"/>
                  </a:lnTo>
                  <a:lnTo>
                    <a:pt x="3418789" y="2543577"/>
                  </a:lnTo>
                  <a:lnTo>
                    <a:pt x="3380080" y="2565919"/>
                  </a:lnTo>
                  <a:lnTo>
                    <a:pt x="3358212" y="2571016"/>
                  </a:lnTo>
                  <a:lnTo>
                    <a:pt x="3350779" y="2571749"/>
                  </a:lnTo>
                  <a:close/>
                </a:path>
              </a:pathLst>
            </a:custGeom>
            <a:solidFill>
              <a:srgbClr val="F1F7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857249" y="6143624"/>
              <a:ext cx="3076575" cy="19050"/>
            </a:xfrm>
            <a:custGeom>
              <a:avLst/>
              <a:gdLst/>
              <a:ahLst/>
              <a:cxnLst/>
              <a:rect l="l" t="t" r="r" b="b"/>
              <a:pathLst>
                <a:path w="3076575" h="19050">
                  <a:moveTo>
                    <a:pt x="3076574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3076574" y="0"/>
                  </a:lnTo>
                  <a:lnTo>
                    <a:pt x="3076574" y="19049"/>
                  </a:lnTo>
                  <a:close/>
                </a:path>
              </a:pathLst>
            </a:custGeom>
            <a:solidFill>
              <a:srgbClr val="2E7D32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857249" y="5572125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3" y="476249"/>
                  </a:moveTo>
                  <a:lnTo>
                    <a:pt x="230326" y="476249"/>
                  </a:lnTo>
                  <a:lnTo>
                    <a:pt x="222546" y="475867"/>
                  </a:lnTo>
                  <a:lnTo>
                    <a:pt x="184020" y="470152"/>
                  </a:lnTo>
                  <a:lnTo>
                    <a:pt x="139793" y="455137"/>
                  </a:lnTo>
                  <a:lnTo>
                    <a:pt x="99345" y="431784"/>
                  </a:lnTo>
                  <a:lnTo>
                    <a:pt x="64230" y="400989"/>
                  </a:lnTo>
                  <a:lnTo>
                    <a:pt x="35798" y="363934"/>
                  </a:lnTo>
                  <a:lnTo>
                    <a:pt x="15141" y="322045"/>
                  </a:lnTo>
                  <a:lnTo>
                    <a:pt x="3054" y="276931"/>
                  </a:lnTo>
                  <a:lnTo>
                    <a:pt x="0" y="245923"/>
                  </a:lnTo>
                  <a:lnTo>
                    <a:pt x="0" y="230325"/>
                  </a:lnTo>
                  <a:lnTo>
                    <a:pt x="6097" y="184018"/>
                  </a:lnTo>
                  <a:lnTo>
                    <a:pt x="21110" y="139792"/>
                  </a:lnTo>
                  <a:lnTo>
                    <a:pt x="44464" y="99345"/>
                  </a:lnTo>
                  <a:lnTo>
                    <a:pt x="75259" y="64230"/>
                  </a:lnTo>
                  <a:lnTo>
                    <a:pt x="112314" y="35797"/>
                  </a:lnTo>
                  <a:lnTo>
                    <a:pt x="154203" y="15140"/>
                  </a:lnTo>
                  <a:lnTo>
                    <a:pt x="199318" y="3053"/>
                  </a:lnTo>
                  <a:lnTo>
                    <a:pt x="230326" y="0"/>
                  </a:lnTo>
                  <a:lnTo>
                    <a:pt x="245923" y="0"/>
                  </a:lnTo>
                  <a:lnTo>
                    <a:pt x="292229" y="6096"/>
                  </a:lnTo>
                  <a:lnTo>
                    <a:pt x="336456" y="21110"/>
                  </a:lnTo>
                  <a:lnTo>
                    <a:pt x="376904" y="44462"/>
                  </a:lnTo>
                  <a:lnTo>
                    <a:pt x="412019" y="75259"/>
                  </a:lnTo>
                  <a:lnTo>
                    <a:pt x="440451" y="112314"/>
                  </a:lnTo>
                  <a:lnTo>
                    <a:pt x="461108" y="154202"/>
                  </a:lnTo>
                  <a:lnTo>
                    <a:pt x="473195" y="199316"/>
                  </a:lnTo>
                  <a:lnTo>
                    <a:pt x="476250" y="230325"/>
                  </a:lnTo>
                  <a:lnTo>
                    <a:pt x="476249" y="238124"/>
                  </a:lnTo>
                  <a:lnTo>
                    <a:pt x="476250" y="245923"/>
                  </a:lnTo>
                  <a:lnTo>
                    <a:pt x="470152" y="292228"/>
                  </a:lnTo>
                  <a:lnTo>
                    <a:pt x="455139" y="336455"/>
                  </a:lnTo>
                  <a:lnTo>
                    <a:pt x="431785" y="376903"/>
                  </a:lnTo>
                  <a:lnTo>
                    <a:pt x="400990" y="412018"/>
                  </a:lnTo>
                  <a:lnTo>
                    <a:pt x="363935" y="440449"/>
                  </a:lnTo>
                  <a:lnTo>
                    <a:pt x="322046" y="461107"/>
                  </a:lnTo>
                  <a:lnTo>
                    <a:pt x="276931" y="473195"/>
                  </a:lnTo>
                  <a:lnTo>
                    <a:pt x="253704" y="475867"/>
                  </a:lnTo>
                  <a:lnTo>
                    <a:pt x="245923" y="476249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84249" y="5743574"/>
              <a:ext cx="222250" cy="133350"/>
            </a:xfrm>
            <a:prstGeom prst="rect">
              <a:avLst/>
            </a:prstGeom>
          </p:spPr>
        </p:pic>
      </p:grpSp>
      <p:sp>
        <p:nvSpPr>
          <p:cNvPr id="57" name="object 57" descr=""/>
          <p:cNvSpPr txBox="1"/>
          <p:nvPr/>
        </p:nvSpPr>
        <p:spPr>
          <a:xfrm>
            <a:off x="1463674" y="5664199"/>
            <a:ext cx="1853564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-145" b="1">
                <a:solidFill>
                  <a:srgbClr val="2E7D32"/>
                </a:solidFill>
                <a:latin typeface="Tahoma"/>
                <a:cs typeface="Tahoma"/>
              </a:rPr>
              <a:t>Backend</a:t>
            </a:r>
            <a:r>
              <a:rPr dirty="0" sz="1650" spc="-120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650" spc="-130" b="1">
                <a:solidFill>
                  <a:srgbClr val="2E7D32"/>
                </a:solidFill>
                <a:latin typeface="Tahoma"/>
                <a:cs typeface="Tahoma"/>
              </a:rPr>
              <a:t>Developers</a:t>
            </a:r>
            <a:endParaRPr sz="1650">
              <a:latin typeface="Tahoma"/>
              <a:cs typeface="Tahoma"/>
            </a:endParaRPr>
          </a:p>
        </p:txBody>
      </p:sp>
      <p:grpSp>
        <p:nvGrpSpPr>
          <p:cNvPr id="58" name="object 58" descr=""/>
          <p:cNvGrpSpPr/>
          <p:nvPr/>
        </p:nvGrpSpPr>
        <p:grpSpPr>
          <a:xfrm>
            <a:off x="857249" y="5315712"/>
            <a:ext cx="7077075" cy="2780030"/>
            <a:chOff x="857249" y="5315712"/>
            <a:chExt cx="7077075" cy="2780030"/>
          </a:xfrm>
        </p:grpSpPr>
        <p:sp>
          <p:nvSpPr>
            <p:cNvPr id="59" name="object 59" descr=""/>
            <p:cNvSpPr/>
            <p:nvPr/>
          </p:nvSpPr>
          <p:spPr>
            <a:xfrm>
              <a:off x="857237" y="6305549"/>
              <a:ext cx="3076575" cy="1457325"/>
            </a:xfrm>
            <a:custGeom>
              <a:avLst/>
              <a:gdLst/>
              <a:ahLst/>
              <a:cxnLst/>
              <a:rect l="l" t="t" r="r" b="b"/>
              <a:pathLst>
                <a:path w="3076575" h="1457325">
                  <a:moveTo>
                    <a:pt x="3076575" y="1118946"/>
                  </a:moveTo>
                  <a:lnTo>
                    <a:pt x="3060954" y="1077455"/>
                  </a:lnTo>
                  <a:lnTo>
                    <a:pt x="3024924" y="1051636"/>
                  </a:lnTo>
                  <a:lnTo>
                    <a:pt x="3005378" y="1047750"/>
                  </a:lnTo>
                  <a:lnTo>
                    <a:pt x="71208" y="1047750"/>
                  </a:lnTo>
                  <a:lnTo>
                    <a:pt x="29718" y="1063371"/>
                  </a:lnTo>
                  <a:lnTo>
                    <a:pt x="3886" y="1099413"/>
                  </a:lnTo>
                  <a:lnTo>
                    <a:pt x="0" y="1118946"/>
                  </a:lnTo>
                  <a:lnTo>
                    <a:pt x="0" y="1381125"/>
                  </a:lnTo>
                  <a:lnTo>
                    <a:pt x="0" y="1386128"/>
                  </a:lnTo>
                  <a:lnTo>
                    <a:pt x="15633" y="1427619"/>
                  </a:lnTo>
                  <a:lnTo>
                    <a:pt x="51663" y="1453438"/>
                  </a:lnTo>
                  <a:lnTo>
                    <a:pt x="71208" y="1457325"/>
                  </a:lnTo>
                  <a:lnTo>
                    <a:pt x="3005378" y="1457325"/>
                  </a:lnTo>
                  <a:lnTo>
                    <a:pt x="3046869" y="1441704"/>
                  </a:lnTo>
                  <a:lnTo>
                    <a:pt x="3072701" y="1405661"/>
                  </a:lnTo>
                  <a:lnTo>
                    <a:pt x="3076575" y="1386128"/>
                  </a:lnTo>
                  <a:lnTo>
                    <a:pt x="3076575" y="1118946"/>
                  </a:lnTo>
                  <a:close/>
                </a:path>
                <a:path w="3076575" h="1457325">
                  <a:moveTo>
                    <a:pt x="3076575" y="595071"/>
                  </a:moveTo>
                  <a:lnTo>
                    <a:pt x="3060954" y="553580"/>
                  </a:lnTo>
                  <a:lnTo>
                    <a:pt x="3024924" y="527761"/>
                  </a:lnTo>
                  <a:lnTo>
                    <a:pt x="3005378" y="523887"/>
                  </a:lnTo>
                  <a:lnTo>
                    <a:pt x="71208" y="523887"/>
                  </a:lnTo>
                  <a:lnTo>
                    <a:pt x="29718" y="539508"/>
                  </a:lnTo>
                  <a:lnTo>
                    <a:pt x="3886" y="575538"/>
                  </a:lnTo>
                  <a:lnTo>
                    <a:pt x="0" y="595071"/>
                  </a:lnTo>
                  <a:lnTo>
                    <a:pt x="0" y="857250"/>
                  </a:lnTo>
                  <a:lnTo>
                    <a:pt x="0" y="862253"/>
                  </a:lnTo>
                  <a:lnTo>
                    <a:pt x="15633" y="903744"/>
                  </a:lnTo>
                  <a:lnTo>
                    <a:pt x="51663" y="929563"/>
                  </a:lnTo>
                  <a:lnTo>
                    <a:pt x="71208" y="933450"/>
                  </a:lnTo>
                  <a:lnTo>
                    <a:pt x="3005378" y="933450"/>
                  </a:lnTo>
                  <a:lnTo>
                    <a:pt x="3046869" y="917829"/>
                  </a:lnTo>
                  <a:lnTo>
                    <a:pt x="3072701" y="881786"/>
                  </a:lnTo>
                  <a:lnTo>
                    <a:pt x="3076575" y="862253"/>
                  </a:lnTo>
                  <a:lnTo>
                    <a:pt x="3076575" y="595071"/>
                  </a:lnTo>
                  <a:close/>
                </a:path>
                <a:path w="3076575" h="1457325">
                  <a:moveTo>
                    <a:pt x="3076575" y="71196"/>
                  </a:moveTo>
                  <a:lnTo>
                    <a:pt x="3060954" y="29705"/>
                  </a:lnTo>
                  <a:lnTo>
                    <a:pt x="3024924" y="3886"/>
                  </a:lnTo>
                  <a:lnTo>
                    <a:pt x="3005378" y="0"/>
                  </a:lnTo>
                  <a:lnTo>
                    <a:pt x="71208" y="0"/>
                  </a:lnTo>
                  <a:lnTo>
                    <a:pt x="29718" y="15621"/>
                  </a:lnTo>
                  <a:lnTo>
                    <a:pt x="3886" y="51663"/>
                  </a:lnTo>
                  <a:lnTo>
                    <a:pt x="0" y="71196"/>
                  </a:lnTo>
                  <a:lnTo>
                    <a:pt x="0" y="333375"/>
                  </a:lnTo>
                  <a:lnTo>
                    <a:pt x="0" y="338378"/>
                  </a:lnTo>
                  <a:lnTo>
                    <a:pt x="15633" y="379869"/>
                  </a:lnTo>
                  <a:lnTo>
                    <a:pt x="51663" y="405688"/>
                  </a:lnTo>
                  <a:lnTo>
                    <a:pt x="71208" y="409575"/>
                  </a:lnTo>
                  <a:lnTo>
                    <a:pt x="3005378" y="409575"/>
                  </a:lnTo>
                  <a:lnTo>
                    <a:pt x="3046869" y="393954"/>
                  </a:lnTo>
                  <a:lnTo>
                    <a:pt x="3072701" y="357924"/>
                  </a:lnTo>
                  <a:lnTo>
                    <a:pt x="3076575" y="338378"/>
                  </a:lnTo>
                  <a:lnTo>
                    <a:pt x="3076575" y="71196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4258055" y="5315712"/>
              <a:ext cx="3676015" cy="2780030"/>
            </a:xfrm>
            <a:custGeom>
              <a:avLst/>
              <a:gdLst/>
              <a:ahLst/>
              <a:cxnLst/>
              <a:rect l="l" t="t" r="r" b="b"/>
              <a:pathLst>
                <a:path w="3676015" h="2780029">
                  <a:moveTo>
                    <a:pt x="3675887" y="2779775"/>
                  </a:moveTo>
                  <a:lnTo>
                    <a:pt x="0" y="2779775"/>
                  </a:lnTo>
                  <a:lnTo>
                    <a:pt x="0" y="0"/>
                  </a:lnTo>
                  <a:lnTo>
                    <a:pt x="3675887" y="0"/>
                  </a:lnTo>
                  <a:lnTo>
                    <a:pt x="3675887" y="75437"/>
                  </a:lnTo>
                  <a:lnTo>
                    <a:pt x="218693" y="75437"/>
                  </a:lnTo>
                  <a:lnTo>
                    <a:pt x="208372" y="75936"/>
                  </a:lnTo>
                  <a:lnTo>
                    <a:pt x="169253" y="87823"/>
                  </a:lnTo>
                  <a:lnTo>
                    <a:pt x="137660" y="113776"/>
                  </a:lnTo>
                  <a:lnTo>
                    <a:pt x="118404" y="149843"/>
                  </a:lnTo>
                  <a:lnTo>
                    <a:pt x="113918" y="180212"/>
                  </a:lnTo>
                  <a:lnTo>
                    <a:pt x="113918" y="2523362"/>
                  </a:lnTo>
                  <a:lnTo>
                    <a:pt x="121893" y="2563457"/>
                  </a:lnTo>
                  <a:lnTo>
                    <a:pt x="144606" y="2597449"/>
                  </a:lnTo>
                  <a:lnTo>
                    <a:pt x="178597" y="2620161"/>
                  </a:lnTo>
                  <a:lnTo>
                    <a:pt x="218693" y="2628137"/>
                  </a:lnTo>
                  <a:lnTo>
                    <a:pt x="3675887" y="2628137"/>
                  </a:lnTo>
                  <a:lnTo>
                    <a:pt x="3675887" y="2779775"/>
                  </a:lnTo>
                  <a:close/>
                </a:path>
                <a:path w="3676015" h="2780029">
                  <a:moveTo>
                    <a:pt x="3675887" y="2628137"/>
                  </a:moveTo>
                  <a:lnTo>
                    <a:pt x="3457193" y="2628137"/>
                  </a:lnTo>
                  <a:lnTo>
                    <a:pt x="3467515" y="2627639"/>
                  </a:lnTo>
                  <a:lnTo>
                    <a:pt x="3477637" y="2626143"/>
                  </a:lnTo>
                  <a:lnTo>
                    <a:pt x="3515413" y="2610495"/>
                  </a:lnTo>
                  <a:lnTo>
                    <a:pt x="3544327" y="2581582"/>
                  </a:lnTo>
                  <a:lnTo>
                    <a:pt x="3559974" y="2543806"/>
                  </a:lnTo>
                  <a:lnTo>
                    <a:pt x="3561968" y="2523362"/>
                  </a:lnTo>
                  <a:lnTo>
                    <a:pt x="3561968" y="180212"/>
                  </a:lnTo>
                  <a:lnTo>
                    <a:pt x="3553993" y="140116"/>
                  </a:lnTo>
                  <a:lnTo>
                    <a:pt x="3531280" y="106125"/>
                  </a:lnTo>
                  <a:lnTo>
                    <a:pt x="3497288" y="83413"/>
                  </a:lnTo>
                  <a:lnTo>
                    <a:pt x="3457193" y="75437"/>
                  </a:lnTo>
                  <a:lnTo>
                    <a:pt x="3675887" y="75437"/>
                  </a:lnTo>
                  <a:lnTo>
                    <a:pt x="3675887" y="2628137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4362449" y="5381624"/>
              <a:ext cx="3467100" cy="2571750"/>
            </a:xfrm>
            <a:custGeom>
              <a:avLst/>
              <a:gdLst/>
              <a:ahLst/>
              <a:cxnLst/>
              <a:rect l="l" t="t" r="r" b="b"/>
              <a:pathLst>
                <a:path w="3467100" h="2571750">
                  <a:moveTo>
                    <a:pt x="3360304" y="2571749"/>
                  </a:moveTo>
                  <a:lnTo>
                    <a:pt x="106794" y="2571749"/>
                  </a:lnTo>
                  <a:lnTo>
                    <a:pt x="99361" y="2571016"/>
                  </a:lnTo>
                  <a:lnTo>
                    <a:pt x="57037" y="2556655"/>
                  </a:lnTo>
                  <a:lnTo>
                    <a:pt x="23431" y="2527190"/>
                  </a:lnTo>
                  <a:lnTo>
                    <a:pt x="3660" y="2487108"/>
                  </a:lnTo>
                  <a:lnTo>
                    <a:pt x="0" y="2464954"/>
                  </a:lnTo>
                  <a:lnTo>
                    <a:pt x="0" y="2457449"/>
                  </a:lnTo>
                  <a:lnTo>
                    <a:pt x="0" y="106795"/>
                  </a:lnTo>
                  <a:lnTo>
                    <a:pt x="11571" y="63625"/>
                  </a:lnTo>
                  <a:lnTo>
                    <a:pt x="38783" y="28169"/>
                  </a:lnTo>
                  <a:lnTo>
                    <a:pt x="77492" y="5828"/>
                  </a:lnTo>
                  <a:lnTo>
                    <a:pt x="106794" y="0"/>
                  </a:lnTo>
                  <a:lnTo>
                    <a:pt x="3360304" y="0"/>
                  </a:lnTo>
                  <a:lnTo>
                    <a:pt x="3403473" y="11571"/>
                  </a:lnTo>
                  <a:lnTo>
                    <a:pt x="3438927" y="38784"/>
                  </a:lnTo>
                  <a:lnTo>
                    <a:pt x="3461270" y="77492"/>
                  </a:lnTo>
                  <a:lnTo>
                    <a:pt x="3467099" y="106795"/>
                  </a:lnTo>
                  <a:lnTo>
                    <a:pt x="3467099" y="2464954"/>
                  </a:lnTo>
                  <a:lnTo>
                    <a:pt x="3455525" y="2508122"/>
                  </a:lnTo>
                  <a:lnTo>
                    <a:pt x="3428314" y="2543577"/>
                  </a:lnTo>
                  <a:lnTo>
                    <a:pt x="3389605" y="2565919"/>
                  </a:lnTo>
                  <a:lnTo>
                    <a:pt x="3367737" y="2571016"/>
                  </a:lnTo>
                  <a:lnTo>
                    <a:pt x="3360304" y="2571749"/>
                  </a:lnTo>
                  <a:close/>
                </a:path>
              </a:pathLst>
            </a:custGeom>
            <a:solidFill>
              <a:srgbClr val="F1F7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4552949" y="6143624"/>
              <a:ext cx="3086100" cy="19050"/>
            </a:xfrm>
            <a:custGeom>
              <a:avLst/>
              <a:gdLst/>
              <a:ahLst/>
              <a:cxnLst/>
              <a:rect l="l" t="t" r="r" b="b"/>
              <a:pathLst>
                <a:path w="3086100" h="19050">
                  <a:moveTo>
                    <a:pt x="30860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3086099" y="0"/>
                  </a:lnTo>
                  <a:lnTo>
                    <a:pt x="3086099" y="19049"/>
                  </a:lnTo>
                  <a:close/>
                </a:path>
              </a:pathLst>
            </a:custGeom>
            <a:solidFill>
              <a:srgbClr val="2E7D32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4552949" y="5572125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3" y="476249"/>
                  </a:moveTo>
                  <a:lnTo>
                    <a:pt x="230326" y="476249"/>
                  </a:lnTo>
                  <a:lnTo>
                    <a:pt x="222545" y="475867"/>
                  </a:lnTo>
                  <a:lnTo>
                    <a:pt x="184019" y="470152"/>
                  </a:lnTo>
                  <a:lnTo>
                    <a:pt x="139792" y="455137"/>
                  </a:lnTo>
                  <a:lnTo>
                    <a:pt x="99345" y="431784"/>
                  </a:lnTo>
                  <a:lnTo>
                    <a:pt x="64230" y="400989"/>
                  </a:lnTo>
                  <a:lnTo>
                    <a:pt x="35798" y="363934"/>
                  </a:lnTo>
                  <a:lnTo>
                    <a:pt x="15141" y="322045"/>
                  </a:lnTo>
                  <a:lnTo>
                    <a:pt x="3053" y="276931"/>
                  </a:lnTo>
                  <a:lnTo>
                    <a:pt x="0" y="245923"/>
                  </a:lnTo>
                  <a:lnTo>
                    <a:pt x="0" y="230325"/>
                  </a:lnTo>
                  <a:lnTo>
                    <a:pt x="6096" y="184018"/>
                  </a:lnTo>
                  <a:lnTo>
                    <a:pt x="21110" y="139792"/>
                  </a:lnTo>
                  <a:lnTo>
                    <a:pt x="44464" y="99345"/>
                  </a:lnTo>
                  <a:lnTo>
                    <a:pt x="75259" y="64230"/>
                  </a:lnTo>
                  <a:lnTo>
                    <a:pt x="112314" y="35797"/>
                  </a:lnTo>
                  <a:lnTo>
                    <a:pt x="154203" y="15140"/>
                  </a:lnTo>
                  <a:lnTo>
                    <a:pt x="199318" y="3053"/>
                  </a:lnTo>
                  <a:lnTo>
                    <a:pt x="230326" y="0"/>
                  </a:lnTo>
                  <a:lnTo>
                    <a:pt x="245923" y="0"/>
                  </a:lnTo>
                  <a:lnTo>
                    <a:pt x="292230" y="6096"/>
                  </a:lnTo>
                  <a:lnTo>
                    <a:pt x="336456" y="21110"/>
                  </a:lnTo>
                  <a:lnTo>
                    <a:pt x="376904" y="44462"/>
                  </a:lnTo>
                  <a:lnTo>
                    <a:pt x="412019" y="75259"/>
                  </a:lnTo>
                  <a:lnTo>
                    <a:pt x="440451" y="112314"/>
                  </a:lnTo>
                  <a:lnTo>
                    <a:pt x="461107" y="154202"/>
                  </a:lnTo>
                  <a:lnTo>
                    <a:pt x="473195" y="199316"/>
                  </a:lnTo>
                  <a:lnTo>
                    <a:pt x="476249" y="230325"/>
                  </a:lnTo>
                  <a:lnTo>
                    <a:pt x="476249" y="238124"/>
                  </a:lnTo>
                  <a:lnTo>
                    <a:pt x="476249" y="245923"/>
                  </a:lnTo>
                  <a:lnTo>
                    <a:pt x="470152" y="292228"/>
                  </a:lnTo>
                  <a:lnTo>
                    <a:pt x="455139" y="336455"/>
                  </a:lnTo>
                  <a:lnTo>
                    <a:pt x="431785" y="376903"/>
                  </a:lnTo>
                  <a:lnTo>
                    <a:pt x="400989" y="412018"/>
                  </a:lnTo>
                  <a:lnTo>
                    <a:pt x="363935" y="440449"/>
                  </a:lnTo>
                  <a:lnTo>
                    <a:pt x="322045" y="461107"/>
                  </a:lnTo>
                  <a:lnTo>
                    <a:pt x="276931" y="473195"/>
                  </a:lnTo>
                  <a:lnTo>
                    <a:pt x="253704" y="475867"/>
                  </a:lnTo>
                  <a:lnTo>
                    <a:pt x="245923" y="476249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83075" y="5699124"/>
              <a:ext cx="222250" cy="222250"/>
            </a:xfrm>
            <a:prstGeom prst="rect">
              <a:avLst/>
            </a:prstGeom>
          </p:spPr>
        </p:pic>
      </p:grpSp>
      <p:sp>
        <p:nvSpPr>
          <p:cNvPr id="65" name="object 65" descr=""/>
          <p:cNvSpPr txBox="1"/>
          <p:nvPr/>
        </p:nvSpPr>
        <p:spPr>
          <a:xfrm>
            <a:off x="5162500" y="5664199"/>
            <a:ext cx="1257300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-145" b="1">
                <a:solidFill>
                  <a:srgbClr val="2E7D32"/>
                </a:solidFill>
                <a:latin typeface="Tahoma"/>
                <a:cs typeface="Tahoma"/>
              </a:rPr>
              <a:t>Scrum</a:t>
            </a:r>
            <a:r>
              <a:rPr dirty="0" sz="1650" spc="-130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650" spc="-145" b="1">
                <a:solidFill>
                  <a:srgbClr val="2E7D32"/>
                </a:solidFill>
                <a:latin typeface="Tahoma"/>
                <a:cs typeface="Tahoma"/>
              </a:rPr>
              <a:t>Master</a:t>
            </a:r>
            <a:endParaRPr sz="1650">
              <a:latin typeface="Tahoma"/>
              <a:cs typeface="Tahoma"/>
            </a:endParaRPr>
          </a:p>
        </p:txBody>
      </p:sp>
      <p:grpSp>
        <p:nvGrpSpPr>
          <p:cNvPr id="66" name="object 66" descr=""/>
          <p:cNvGrpSpPr/>
          <p:nvPr/>
        </p:nvGrpSpPr>
        <p:grpSpPr>
          <a:xfrm>
            <a:off x="4552949" y="5315712"/>
            <a:ext cx="7075170" cy="2780030"/>
            <a:chOff x="4552949" y="5315712"/>
            <a:chExt cx="7075170" cy="2780030"/>
          </a:xfrm>
        </p:grpSpPr>
        <p:sp>
          <p:nvSpPr>
            <p:cNvPr id="67" name="object 67" descr=""/>
            <p:cNvSpPr/>
            <p:nvPr/>
          </p:nvSpPr>
          <p:spPr>
            <a:xfrm>
              <a:off x="4552949" y="6305549"/>
              <a:ext cx="3086100" cy="409575"/>
            </a:xfrm>
            <a:custGeom>
              <a:avLst/>
              <a:gdLst/>
              <a:ahLst/>
              <a:cxnLst/>
              <a:rect l="l" t="t" r="r" b="b"/>
              <a:pathLst>
                <a:path w="3086100" h="409575">
                  <a:moveTo>
                    <a:pt x="3014903" y="409574"/>
                  </a:moveTo>
                  <a:lnTo>
                    <a:pt x="71196" y="409574"/>
                  </a:lnTo>
                  <a:lnTo>
                    <a:pt x="66241" y="409086"/>
                  </a:lnTo>
                  <a:lnTo>
                    <a:pt x="29705" y="393952"/>
                  </a:lnTo>
                  <a:lnTo>
                    <a:pt x="3885" y="357912"/>
                  </a:lnTo>
                  <a:lnTo>
                    <a:pt x="0" y="338377"/>
                  </a:lnTo>
                  <a:lnTo>
                    <a:pt x="0" y="333374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2" y="3885"/>
                  </a:lnTo>
                  <a:lnTo>
                    <a:pt x="71196" y="0"/>
                  </a:lnTo>
                  <a:lnTo>
                    <a:pt x="3014903" y="0"/>
                  </a:lnTo>
                  <a:lnTo>
                    <a:pt x="3056393" y="15621"/>
                  </a:lnTo>
                  <a:lnTo>
                    <a:pt x="3082213" y="51661"/>
                  </a:lnTo>
                  <a:lnTo>
                    <a:pt x="3086100" y="71196"/>
                  </a:lnTo>
                  <a:lnTo>
                    <a:pt x="3086100" y="338377"/>
                  </a:lnTo>
                  <a:lnTo>
                    <a:pt x="3070477" y="379868"/>
                  </a:lnTo>
                  <a:lnTo>
                    <a:pt x="3034437" y="405688"/>
                  </a:lnTo>
                  <a:lnTo>
                    <a:pt x="3019858" y="409086"/>
                  </a:lnTo>
                  <a:lnTo>
                    <a:pt x="3014903" y="409574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7964423" y="5315712"/>
              <a:ext cx="3663950" cy="2780030"/>
            </a:xfrm>
            <a:custGeom>
              <a:avLst/>
              <a:gdLst/>
              <a:ahLst/>
              <a:cxnLst/>
              <a:rect l="l" t="t" r="r" b="b"/>
              <a:pathLst>
                <a:path w="3663950" h="2780029">
                  <a:moveTo>
                    <a:pt x="3663695" y="2779775"/>
                  </a:moveTo>
                  <a:lnTo>
                    <a:pt x="0" y="2779775"/>
                  </a:lnTo>
                  <a:lnTo>
                    <a:pt x="0" y="0"/>
                  </a:lnTo>
                  <a:lnTo>
                    <a:pt x="3663695" y="0"/>
                  </a:lnTo>
                  <a:lnTo>
                    <a:pt x="3663695" y="75437"/>
                  </a:lnTo>
                  <a:lnTo>
                    <a:pt x="217550" y="75437"/>
                  </a:lnTo>
                  <a:lnTo>
                    <a:pt x="207229" y="75936"/>
                  </a:lnTo>
                  <a:lnTo>
                    <a:pt x="168109" y="87823"/>
                  </a:lnTo>
                  <a:lnTo>
                    <a:pt x="136517" y="113776"/>
                  </a:lnTo>
                  <a:lnTo>
                    <a:pt x="117261" y="149843"/>
                  </a:lnTo>
                  <a:lnTo>
                    <a:pt x="112775" y="180212"/>
                  </a:lnTo>
                  <a:lnTo>
                    <a:pt x="112775" y="2523362"/>
                  </a:lnTo>
                  <a:lnTo>
                    <a:pt x="120750" y="2563457"/>
                  </a:lnTo>
                  <a:lnTo>
                    <a:pt x="143463" y="2597449"/>
                  </a:lnTo>
                  <a:lnTo>
                    <a:pt x="177454" y="2620161"/>
                  </a:lnTo>
                  <a:lnTo>
                    <a:pt x="217550" y="2628137"/>
                  </a:lnTo>
                  <a:lnTo>
                    <a:pt x="3663695" y="2628137"/>
                  </a:lnTo>
                  <a:lnTo>
                    <a:pt x="3663695" y="2779775"/>
                  </a:lnTo>
                  <a:close/>
                </a:path>
                <a:path w="3663950" h="2780029">
                  <a:moveTo>
                    <a:pt x="3663695" y="2628137"/>
                  </a:moveTo>
                  <a:lnTo>
                    <a:pt x="3446525" y="2628137"/>
                  </a:lnTo>
                  <a:lnTo>
                    <a:pt x="3456846" y="2627639"/>
                  </a:lnTo>
                  <a:lnTo>
                    <a:pt x="3466969" y="2626143"/>
                  </a:lnTo>
                  <a:lnTo>
                    <a:pt x="3504745" y="2610495"/>
                  </a:lnTo>
                  <a:lnTo>
                    <a:pt x="3533658" y="2581582"/>
                  </a:lnTo>
                  <a:lnTo>
                    <a:pt x="3549305" y="2543806"/>
                  </a:lnTo>
                  <a:lnTo>
                    <a:pt x="3551300" y="2523362"/>
                  </a:lnTo>
                  <a:lnTo>
                    <a:pt x="3551300" y="180212"/>
                  </a:lnTo>
                  <a:lnTo>
                    <a:pt x="3543323" y="140116"/>
                  </a:lnTo>
                  <a:lnTo>
                    <a:pt x="3520612" y="106125"/>
                  </a:lnTo>
                  <a:lnTo>
                    <a:pt x="3486620" y="83413"/>
                  </a:lnTo>
                  <a:lnTo>
                    <a:pt x="3446525" y="75437"/>
                  </a:lnTo>
                  <a:lnTo>
                    <a:pt x="3663695" y="75437"/>
                  </a:lnTo>
                  <a:lnTo>
                    <a:pt x="3663695" y="2628137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8067673" y="5381624"/>
              <a:ext cx="3457575" cy="2571750"/>
            </a:xfrm>
            <a:custGeom>
              <a:avLst/>
              <a:gdLst/>
              <a:ahLst/>
              <a:cxnLst/>
              <a:rect l="l" t="t" r="r" b="b"/>
              <a:pathLst>
                <a:path w="3457575" h="2571750">
                  <a:moveTo>
                    <a:pt x="3350780" y="2571749"/>
                  </a:moveTo>
                  <a:lnTo>
                    <a:pt x="106795" y="2571749"/>
                  </a:lnTo>
                  <a:lnTo>
                    <a:pt x="99361" y="2571016"/>
                  </a:lnTo>
                  <a:lnTo>
                    <a:pt x="57037" y="2556655"/>
                  </a:lnTo>
                  <a:lnTo>
                    <a:pt x="23432" y="2527190"/>
                  </a:lnTo>
                  <a:lnTo>
                    <a:pt x="3660" y="2487108"/>
                  </a:lnTo>
                  <a:lnTo>
                    <a:pt x="0" y="2464954"/>
                  </a:lnTo>
                  <a:lnTo>
                    <a:pt x="0" y="2457449"/>
                  </a:lnTo>
                  <a:lnTo>
                    <a:pt x="0" y="106795"/>
                  </a:lnTo>
                  <a:lnTo>
                    <a:pt x="11571" y="63625"/>
                  </a:lnTo>
                  <a:lnTo>
                    <a:pt x="38784" y="28169"/>
                  </a:lnTo>
                  <a:lnTo>
                    <a:pt x="77492" y="5828"/>
                  </a:lnTo>
                  <a:lnTo>
                    <a:pt x="106795" y="0"/>
                  </a:lnTo>
                  <a:lnTo>
                    <a:pt x="3350780" y="0"/>
                  </a:lnTo>
                  <a:lnTo>
                    <a:pt x="3393947" y="11571"/>
                  </a:lnTo>
                  <a:lnTo>
                    <a:pt x="3429402" y="38784"/>
                  </a:lnTo>
                  <a:lnTo>
                    <a:pt x="3451745" y="77492"/>
                  </a:lnTo>
                  <a:lnTo>
                    <a:pt x="3457574" y="106795"/>
                  </a:lnTo>
                  <a:lnTo>
                    <a:pt x="3457574" y="2464954"/>
                  </a:lnTo>
                  <a:lnTo>
                    <a:pt x="3446001" y="2508122"/>
                  </a:lnTo>
                  <a:lnTo>
                    <a:pt x="3418788" y="2543577"/>
                  </a:lnTo>
                  <a:lnTo>
                    <a:pt x="3380081" y="2565919"/>
                  </a:lnTo>
                  <a:lnTo>
                    <a:pt x="3358212" y="2571016"/>
                  </a:lnTo>
                  <a:lnTo>
                    <a:pt x="3350780" y="2571749"/>
                  </a:lnTo>
                  <a:close/>
                </a:path>
              </a:pathLst>
            </a:custGeom>
            <a:solidFill>
              <a:srgbClr val="F1F7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8258174" y="6143624"/>
              <a:ext cx="3076575" cy="19050"/>
            </a:xfrm>
            <a:custGeom>
              <a:avLst/>
              <a:gdLst/>
              <a:ahLst/>
              <a:cxnLst/>
              <a:rect l="l" t="t" r="r" b="b"/>
              <a:pathLst>
                <a:path w="3076575" h="19050">
                  <a:moveTo>
                    <a:pt x="3076574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3076574" y="0"/>
                  </a:lnTo>
                  <a:lnTo>
                    <a:pt x="3076574" y="19049"/>
                  </a:lnTo>
                  <a:close/>
                </a:path>
              </a:pathLst>
            </a:custGeom>
            <a:solidFill>
              <a:srgbClr val="2E7D32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8258174" y="5572125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3" y="476249"/>
                  </a:moveTo>
                  <a:lnTo>
                    <a:pt x="230325" y="476249"/>
                  </a:lnTo>
                  <a:lnTo>
                    <a:pt x="222545" y="475867"/>
                  </a:lnTo>
                  <a:lnTo>
                    <a:pt x="184018" y="470152"/>
                  </a:lnTo>
                  <a:lnTo>
                    <a:pt x="139792" y="455137"/>
                  </a:lnTo>
                  <a:lnTo>
                    <a:pt x="99343" y="431784"/>
                  </a:lnTo>
                  <a:lnTo>
                    <a:pt x="64229" y="400989"/>
                  </a:lnTo>
                  <a:lnTo>
                    <a:pt x="35797" y="363934"/>
                  </a:lnTo>
                  <a:lnTo>
                    <a:pt x="15140" y="322045"/>
                  </a:lnTo>
                  <a:lnTo>
                    <a:pt x="3053" y="276931"/>
                  </a:lnTo>
                  <a:lnTo>
                    <a:pt x="0" y="245923"/>
                  </a:lnTo>
                  <a:lnTo>
                    <a:pt x="0" y="230325"/>
                  </a:lnTo>
                  <a:lnTo>
                    <a:pt x="6096" y="184018"/>
                  </a:lnTo>
                  <a:lnTo>
                    <a:pt x="21109" y="139792"/>
                  </a:lnTo>
                  <a:lnTo>
                    <a:pt x="44462" y="99345"/>
                  </a:lnTo>
                  <a:lnTo>
                    <a:pt x="75258" y="64230"/>
                  </a:lnTo>
                  <a:lnTo>
                    <a:pt x="112313" y="35797"/>
                  </a:lnTo>
                  <a:lnTo>
                    <a:pt x="154202" y="15140"/>
                  </a:lnTo>
                  <a:lnTo>
                    <a:pt x="199317" y="3053"/>
                  </a:lnTo>
                  <a:lnTo>
                    <a:pt x="230325" y="0"/>
                  </a:lnTo>
                  <a:lnTo>
                    <a:pt x="245923" y="0"/>
                  </a:lnTo>
                  <a:lnTo>
                    <a:pt x="292229" y="6096"/>
                  </a:lnTo>
                  <a:lnTo>
                    <a:pt x="336456" y="21110"/>
                  </a:lnTo>
                  <a:lnTo>
                    <a:pt x="376904" y="44462"/>
                  </a:lnTo>
                  <a:lnTo>
                    <a:pt x="412018" y="75259"/>
                  </a:lnTo>
                  <a:lnTo>
                    <a:pt x="440450" y="112314"/>
                  </a:lnTo>
                  <a:lnTo>
                    <a:pt x="461107" y="154202"/>
                  </a:lnTo>
                  <a:lnTo>
                    <a:pt x="473195" y="199316"/>
                  </a:lnTo>
                  <a:lnTo>
                    <a:pt x="476249" y="230325"/>
                  </a:lnTo>
                  <a:lnTo>
                    <a:pt x="476249" y="238124"/>
                  </a:lnTo>
                  <a:lnTo>
                    <a:pt x="476249" y="245923"/>
                  </a:lnTo>
                  <a:lnTo>
                    <a:pt x="470152" y="292228"/>
                  </a:lnTo>
                  <a:lnTo>
                    <a:pt x="455138" y="336455"/>
                  </a:lnTo>
                  <a:lnTo>
                    <a:pt x="431784" y="376903"/>
                  </a:lnTo>
                  <a:lnTo>
                    <a:pt x="400989" y="412018"/>
                  </a:lnTo>
                  <a:lnTo>
                    <a:pt x="363935" y="440449"/>
                  </a:lnTo>
                  <a:lnTo>
                    <a:pt x="322045" y="461107"/>
                  </a:lnTo>
                  <a:lnTo>
                    <a:pt x="276931" y="473195"/>
                  </a:lnTo>
                  <a:lnTo>
                    <a:pt x="253704" y="475867"/>
                  </a:lnTo>
                  <a:lnTo>
                    <a:pt x="245923" y="476249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2" name="object 7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400950" y="5699124"/>
              <a:ext cx="184150" cy="222250"/>
            </a:xfrm>
            <a:prstGeom prst="rect">
              <a:avLst/>
            </a:prstGeom>
          </p:spPr>
        </p:pic>
      </p:grpSp>
      <p:sp>
        <p:nvSpPr>
          <p:cNvPr id="73" name="object 73" descr=""/>
          <p:cNvSpPr txBox="1"/>
          <p:nvPr/>
        </p:nvSpPr>
        <p:spPr>
          <a:xfrm>
            <a:off x="8861325" y="5664199"/>
            <a:ext cx="1476375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-135" b="1">
                <a:solidFill>
                  <a:srgbClr val="2E7D32"/>
                </a:solidFill>
                <a:latin typeface="Tahoma"/>
                <a:cs typeface="Tahoma"/>
              </a:rPr>
              <a:t>Technical</a:t>
            </a:r>
            <a:r>
              <a:rPr dirty="0" sz="1650" spc="-105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650" spc="-140" b="1">
                <a:solidFill>
                  <a:srgbClr val="2E7D32"/>
                </a:solidFill>
                <a:latin typeface="Tahoma"/>
                <a:cs typeface="Tahoma"/>
              </a:rPr>
              <a:t>Writer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74" name="object 74" descr=""/>
          <p:cNvSpPr/>
          <p:nvPr/>
        </p:nvSpPr>
        <p:spPr>
          <a:xfrm>
            <a:off x="8258174" y="6305549"/>
            <a:ext cx="3076575" cy="409575"/>
          </a:xfrm>
          <a:custGeom>
            <a:avLst/>
            <a:gdLst/>
            <a:ahLst/>
            <a:cxnLst/>
            <a:rect l="l" t="t" r="r" b="b"/>
            <a:pathLst>
              <a:path w="3076575" h="409575">
                <a:moveTo>
                  <a:pt x="3005376" y="409574"/>
                </a:moveTo>
                <a:lnTo>
                  <a:pt x="71196" y="409574"/>
                </a:lnTo>
                <a:lnTo>
                  <a:pt x="66240" y="409086"/>
                </a:lnTo>
                <a:lnTo>
                  <a:pt x="29703" y="393952"/>
                </a:lnTo>
                <a:lnTo>
                  <a:pt x="3884" y="357912"/>
                </a:lnTo>
                <a:lnTo>
                  <a:pt x="0" y="338377"/>
                </a:lnTo>
                <a:lnTo>
                  <a:pt x="0" y="333374"/>
                </a:lnTo>
                <a:lnTo>
                  <a:pt x="0" y="71196"/>
                </a:lnTo>
                <a:lnTo>
                  <a:pt x="15621" y="29705"/>
                </a:lnTo>
                <a:lnTo>
                  <a:pt x="51660" y="3885"/>
                </a:lnTo>
                <a:lnTo>
                  <a:pt x="71196" y="0"/>
                </a:lnTo>
                <a:lnTo>
                  <a:pt x="3005376" y="0"/>
                </a:lnTo>
                <a:lnTo>
                  <a:pt x="3046867" y="15621"/>
                </a:lnTo>
                <a:lnTo>
                  <a:pt x="3072688" y="51661"/>
                </a:lnTo>
                <a:lnTo>
                  <a:pt x="3076573" y="71196"/>
                </a:lnTo>
                <a:lnTo>
                  <a:pt x="3076573" y="338377"/>
                </a:lnTo>
                <a:lnTo>
                  <a:pt x="3060951" y="379868"/>
                </a:lnTo>
                <a:lnTo>
                  <a:pt x="3024911" y="405688"/>
                </a:lnTo>
                <a:lnTo>
                  <a:pt x="3010331" y="409086"/>
                </a:lnTo>
                <a:lnTo>
                  <a:pt x="3005376" y="409574"/>
                </a:lnTo>
                <a:close/>
              </a:path>
            </a:pathLst>
          </a:custGeom>
          <a:solidFill>
            <a:srgbClr val="FFFFFF">
              <a:alpha val="5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 descr=""/>
          <p:cNvSpPr txBox="1"/>
          <p:nvPr/>
        </p:nvSpPr>
        <p:spPr>
          <a:xfrm>
            <a:off x="987425" y="2339975"/>
            <a:ext cx="211709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20" b="1">
                <a:solidFill>
                  <a:srgbClr val="333333"/>
                </a:solidFill>
                <a:latin typeface="Tahoma"/>
                <a:cs typeface="Tahoma"/>
              </a:rPr>
              <a:t>Kashish</a:t>
            </a:r>
            <a:r>
              <a:rPr dirty="0" sz="1350" spc="-130" b="1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dirty="0" sz="1350" spc="-90" b="1">
                <a:solidFill>
                  <a:srgbClr val="333333"/>
                </a:solidFill>
                <a:latin typeface="Tahoma"/>
                <a:cs typeface="Tahoma"/>
              </a:rPr>
              <a:t>Sorathiya</a:t>
            </a:r>
            <a:r>
              <a:rPr dirty="0" sz="1350" spc="210" b="1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dirty="0" sz="1200" spc="-50">
                <a:solidFill>
                  <a:srgbClr val="666666"/>
                </a:solidFill>
                <a:latin typeface="Tahoma"/>
                <a:cs typeface="Tahoma"/>
              </a:rPr>
              <a:t>202412035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76" name="object 76" descr=""/>
          <p:cNvSpPr txBox="1"/>
          <p:nvPr/>
        </p:nvSpPr>
        <p:spPr>
          <a:xfrm>
            <a:off x="4686250" y="2339975"/>
            <a:ext cx="1913889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14" b="1">
                <a:solidFill>
                  <a:srgbClr val="333333"/>
                </a:solidFill>
                <a:latin typeface="Tahoma"/>
                <a:cs typeface="Tahoma"/>
              </a:rPr>
              <a:t>Anirudh</a:t>
            </a:r>
            <a:r>
              <a:rPr dirty="0" sz="1350" spc="-130" b="1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dirty="0" sz="1350" spc="-75" b="1">
                <a:solidFill>
                  <a:srgbClr val="333333"/>
                </a:solidFill>
                <a:latin typeface="Tahoma"/>
                <a:cs typeface="Tahoma"/>
              </a:rPr>
              <a:t>Lohiya</a:t>
            </a:r>
            <a:r>
              <a:rPr dirty="0" sz="1350" spc="195" b="1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dirty="0" sz="1200" spc="-50">
                <a:solidFill>
                  <a:srgbClr val="666666"/>
                </a:solidFill>
                <a:latin typeface="Tahoma"/>
                <a:cs typeface="Tahoma"/>
              </a:rPr>
              <a:t>202412074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77" name="object 77" descr=""/>
          <p:cNvSpPr txBox="1"/>
          <p:nvPr/>
        </p:nvSpPr>
        <p:spPr>
          <a:xfrm>
            <a:off x="8385075" y="2339975"/>
            <a:ext cx="1850389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20" b="1">
                <a:solidFill>
                  <a:srgbClr val="333333"/>
                </a:solidFill>
                <a:latin typeface="Tahoma"/>
                <a:cs typeface="Tahoma"/>
              </a:rPr>
              <a:t>Mohit</a:t>
            </a:r>
            <a:r>
              <a:rPr dirty="0" sz="1350" spc="-130" b="1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dirty="0" sz="1350" spc="-70" b="1">
                <a:solidFill>
                  <a:srgbClr val="333333"/>
                </a:solidFill>
                <a:latin typeface="Tahoma"/>
                <a:cs typeface="Tahoma"/>
              </a:rPr>
              <a:t>Pipaliya</a:t>
            </a:r>
            <a:r>
              <a:rPr dirty="0" sz="1350" spc="180" b="1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dirty="0" sz="1200" spc="-50">
                <a:solidFill>
                  <a:srgbClr val="666666"/>
                </a:solidFill>
                <a:latin typeface="Tahoma"/>
                <a:cs typeface="Tahoma"/>
              </a:rPr>
              <a:t>202412072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78" name="object 78" descr=""/>
          <p:cNvSpPr txBox="1"/>
          <p:nvPr/>
        </p:nvSpPr>
        <p:spPr>
          <a:xfrm>
            <a:off x="987425" y="4102099"/>
            <a:ext cx="198501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30" b="1">
                <a:solidFill>
                  <a:srgbClr val="333333"/>
                </a:solidFill>
                <a:latin typeface="Tahoma"/>
                <a:cs typeface="Tahoma"/>
              </a:rPr>
              <a:t>Rajvi </a:t>
            </a:r>
            <a:r>
              <a:rPr dirty="0" sz="1350" spc="-95" b="1">
                <a:solidFill>
                  <a:srgbClr val="333333"/>
                </a:solidFill>
                <a:latin typeface="Tahoma"/>
                <a:cs typeface="Tahoma"/>
              </a:rPr>
              <a:t>Dhameliya</a:t>
            </a:r>
            <a:r>
              <a:rPr dirty="0" sz="1350" spc="170" b="1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dirty="0" sz="1200" spc="-50">
                <a:solidFill>
                  <a:srgbClr val="666666"/>
                </a:solidFill>
                <a:latin typeface="Tahoma"/>
                <a:cs typeface="Tahoma"/>
              </a:rPr>
              <a:t>202412018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79" name="object 79" descr=""/>
          <p:cNvSpPr txBox="1"/>
          <p:nvPr/>
        </p:nvSpPr>
        <p:spPr>
          <a:xfrm>
            <a:off x="987425" y="4625974"/>
            <a:ext cx="248729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20" b="1">
                <a:solidFill>
                  <a:srgbClr val="333333"/>
                </a:solidFill>
                <a:latin typeface="Tahoma"/>
                <a:cs typeface="Tahoma"/>
              </a:rPr>
              <a:t>Kashish</a:t>
            </a:r>
            <a:r>
              <a:rPr dirty="0" sz="1350" spc="-130" b="1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dirty="0" sz="1350" spc="-95" b="1">
                <a:solidFill>
                  <a:srgbClr val="333333"/>
                </a:solidFill>
                <a:latin typeface="Tahoma"/>
                <a:cs typeface="Tahoma"/>
              </a:rPr>
              <a:t>Khubchandani</a:t>
            </a:r>
            <a:r>
              <a:rPr dirty="0" sz="1350" spc="260" b="1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dirty="0" sz="1200" spc="-45">
                <a:solidFill>
                  <a:srgbClr val="666666"/>
                </a:solidFill>
                <a:latin typeface="Tahoma"/>
                <a:cs typeface="Tahoma"/>
              </a:rPr>
              <a:t>202412034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80" name="object 80" descr=""/>
          <p:cNvSpPr txBox="1"/>
          <p:nvPr/>
        </p:nvSpPr>
        <p:spPr>
          <a:xfrm>
            <a:off x="4686250" y="4102099"/>
            <a:ext cx="248729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20" b="1">
                <a:solidFill>
                  <a:srgbClr val="333333"/>
                </a:solidFill>
                <a:latin typeface="Tahoma"/>
                <a:cs typeface="Tahoma"/>
              </a:rPr>
              <a:t>Kashish</a:t>
            </a:r>
            <a:r>
              <a:rPr dirty="0" sz="1350" spc="-130" b="1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dirty="0" sz="1350" spc="-95" b="1">
                <a:solidFill>
                  <a:srgbClr val="333333"/>
                </a:solidFill>
                <a:latin typeface="Tahoma"/>
                <a:cs typeface="Tahoma"/>
              </a:rPr>
              <a:t>Khubchandani</a:t>
            </a:r>
            <a:r>
              <a:rPr dirty="0" sz="1350" spc="260" b="1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dirty="0" sz="1200" spc="-45">
                <a:solidFill>
                  <a:srgbClr val="666666"/>
                </a:solidFill>
                <a:latin typeface="Tahoma"/>
                <a:cs typeface="Tahoma"/>
              </a:rPr>
              <a:t>202412034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81" name="object 81" descr=""/>
          <p:cNvSpPr txBox="1"/>
          <p:nvPr/>
        </p:nvSpPr>
        <p:spPr>
          <a:xfrm>
            <a:off x="8385075" y="4102099"/>
            <a:ext cx="168402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25" b="1">
                <a:solidFill>
                  <a:srgbClr val="333333"/>
                </a:solidFill>
                <a:latin typeface="Tahoma"/>
                <a:cs typeface="Tahoma"/>
              </a:rPr>
              <a:t>Honey</a:t>
            </a:r>
            <a:r>
              <a:rPr dirty="0" sz="1350" spc="-130" b="1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dirty="0" sz="1350" spc="-70" b="1">
                <a:solidFill>
                  <a:srgbClr val="333333"/>
                </a:solidFill>
                <a:latin typeface="Tahoma"/>
                <a:cs typeface="Tahoma"/>
              </a:rPr>
              <a:t>Patel</a:t>
            </a:r>
            <a:r>
              <a:rPr dirty="0" sz="1350" spc="160" b="1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dirty="0" sz="1200" spc="-50">
                <a:solidFill>
                  <a:srgbClr val="666666"/>
                </a:solidFill>
                <a:latin typeface="Tahoma"/>
                <a:cs typeface="Tahoma"/>
              </a:rPr>
              <a:t>202412067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82" name="object 82" descr=""/>
          <p:cNvSpPr txBox="1"/>
          <p:nvPr/>
        </p:nvSpPr>
        <p:spPr>
          <a:xfrm>
            <a:off x="8385075" y="4625974"/>
            <a:ext cx="165417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20" b="1">
                <a:solidFill>
                  <a:srgbClr val="333333"/>
                </a:solidFill>
                <a:latin typeface="Tahoma"/>
                <a:cs typeface="Tahoma"/>
              </a:rPr>
              <a:t>Bhumi</a:t>
            </a:r>
            <a:r>
              <a:rPr dirty="0" sz="1350" spc="-130" b="1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dirty="0" sz="1350" spc="-90" b="1">
                <a:solidFill>
                  <a:srgbClr val="333333"/>
                </a:solidFill>
                <a:latin typeface="Tahoma"/>
                <a:cs typeface="Tahoma"/>
              </a:rPr>
              <a:t>Vyas</a:t>
            </a:r>
            <a:r>
              <a:rPr dirty="0" sz="1350" spc="165" b="1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dirty="0" sz="1200" spc="-50">
                <a:solidFill>
                  <a:srgbClr val="666666"/>
                </a:solidFill>
                <a:latin typeface="Tahoma"/>
                <a:cs typeface="Tahoma"/>
              </a:rPr>
              <a:t>202412123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83" name="object 83" descr=""/>
          <p:cNvSpPr txBox="1"/>
          <p:nvPr/>
        </p:nvSpPr>
        <p:spPr>
          <a:xfrm>
            <a:off x="987425" y="6388099"/>
            <a:ext cx="220853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10" b="1">
                <a:solidFill>
                  <a:srgbClr val="333333"/>
                </a:solidFill>
                <a:latin typeface="Tahoma"/>
                <a:cs typeface="Tahoma"/>
              </a:rPr>
              <a:t>Hardip</a:t>
            </a:r>
            <a:r>
              <a:rPr dirty="0" sz="1350" spc="-130" b="1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dirty="0" sz="1350" spc="-95" b="1">
                <a:solidFill>
                  <a:srgbClr val="333333"/>
                </a:solidFill>
                <a:latin typeface="Tahoma"/>
                <a:cs typeface="Tahoma"/>
              </a:rPr>
              <a:t>Muliyashiya</a:t>
            </a:r>
            <a:r>
              <a:rPr dirty="0" sz="1350" spc="195" b="1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dirty="0" sz="1200" spc="-50">
                <a:solidFill>
                  <a:srgbClr val="666666"/>
                </a:solidFill>
                <a:latin typeface="Tahoma"/>
                <a:cs typeface="Tahoma"/>
              </a:rPr>
              <a:t>202412021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84" name="object 84" descr=""/>
          <p:cNvSpPr txBox="1"/>
          <p:nvPr/>
        </p:nvSpPr>
        <p:spPr>
          <a:xfrm>
            <a:off x="987425" y="6911975"/>
            <a:ext cx="2117090" cy="755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35" b="1">
                <a:solidFill>
                  <a:srgbClr val="333333"/>
                </a:solidFill>
                <a:latin typeface="Tahoma"/>
                <a:cs typeface="Tahoma"/>
              </a:rPr>
              <a:t>Aakash</a:t>
            </a:r>
            <a:r>
              <a:rPr dirty="0" sz="1350" spc="-130" b="1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dirty="0" sz="1350" spc="-85" b="1">
                <a:solidFill>
                  <a:srgbClr val="333333"/>
                </a:solidFill>
                <a:latin typeface="Tahoma"/>
                <a:cs typeface="Tahoma"/>
              </a:rPr>
              <a:t>Odedara</a:t>
            </a:r>
            <a:r>
              <a:rPr dirty="0" sz="1350" spc="185" b="1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666666"/>
                </a:solidFill>
                <a:latin typeface="Tahoma"/>
                <a:cs typeface="Tahoma"/>
              </a:rPr>
              <a:t>202412053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350" spc="-120" b="1">
                <a:solidFill>
                  <a:srgbClr val="333333"/>
                </a:solidFill>
                <a:latin typeface="Tahoma"/>
                <a:cs typeface="Tahoma"/>
              </a:rPr>
              <a:t>Kashish</a:t>
            </a:r>
            <a:r>
              <a:rPr dirty="0" sz="1350" spc="-130" b="1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dirty="0" sz="1350" spc="-90" b="1">
                <a:solidFill>
                  <a:srgbClr val="333333"/>
                </a:solidFill>
                <a:latin typeface="Tahoma"/>
                <a:cs typeface="Tahoma"/>
              </a:rPr>
              <a:t>Sorathiya</a:t>
            </a:r>
            <a:r>
              <a:rPr dirty="0" sz="1350" spc="210" b="1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dirty="0" sz="1200" spc="-50">
                <a:solidFill>
                  <a:srgbClr val="666666"/>
                </a:solidFill>
                <a:latin typeface="Tahoma"/>
                <a:cs typeface="Tahoma"/>
              </a:rPr>
              <a:t>202412035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85" name="object 85" descr=""/>
          <p:cNvSpPr txBox="1"/>
          <p:nvPr/>
        </p:nvSpPr>
        <p:spPr>
          <a:xfrm>
            <a:off x="4686250" y="6388099"/>
            <a:ext cx="1850389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20" b="1">
                <a:solidFill>
                  <a:srgbClr val="333333"/>
                </a:solidFill>
                <a:latin typeface="Tahoma"/>
                <a:cs typeface="Tahoma"/>
              </a:rPr>
              <a:t>Mohit</a:t>
            </a:r>
            <a:r>
              <a:rPr dirty="0" sz="1350" spc="-130" b="1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dirty="0" sz="1350" spc="-70" b="1">
                <a:solidFill>
                  <a:srgbClr val="333333"/>
                </a:solidFill>
                <a:latin typeface="Tahoma"/>
                <a:cs typeface="Tahoma"/>
              </a:rPr>
              <a:t>Pipaliya</a:t>
            </a:r>
            <a:r>
              <a:rPr dirty="0" sz="1350" spc="180" b="1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dirty="0" sz="1200" spc="-50">
                <a:solidFill>
                  <a:srgbClr val="666666"/>
                </a:solidFill>
                <a:latin typeface="Tahoma"/>
                <a:cs typeface="Tahoma"/>
              </a:rPr>
              <a:t>202412072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86" name="object 86" descr=""/>
          <p:cNvSpPr txBox="1"/>
          <p:nvPr/>
        </p:nvSpPr>
        <p:spPr>
          <a:xfrm>
            <a:off x="8385075" y="6388099"/>
            <a:ext cx="198501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30" b="1">
                <a:solidFill>
                  <a:srgbClr val="333333"/>
                </a:solidFill>
                <a:latin typeface="Tahoma"/>
                <a:cs typeface="Tahoma"/>
              </a:rPr>
              <a:t>Rajvi </a:t>
            </a:r>
            <a:r>
              <a:rPr dirty="0" sz="1350" spc="-95" b="1">
                <a:solidFill>
                  <a:srgbClr val="333333"/>
                </a:solidFill>
                <a:latin typeface="Tahoma"/>
                <a:cs typeface="Tahoma"/>
              </a:rPr>
              <a:t>Dhameliya</a:t>
            </a:r>
            <a:r>
              <a:rPr dirty="0" sz="1350" spc="170" b="1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dirty="0" sz="1200" spc="-50">
                <a:solidFill>
                  <a:srgbClr val="666666"/>
                </a:solidFill>
                <a:latin typeface="Tahoma"/>
                <a:cs typeface="Tahoma"/>
              </a:rPr>
              <a:t>202412018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1143000"/>
          </a:xfrm>
          <a:custGeom>
            <a:avLst/>
            <a:gdLst/>
            <a:ahLst/>
            <a:cxnLst/>
            <a:rect l="l" t="t" r="r" b="b"/>
            <a:pathLst>
              <a:path w="12192000" h="1143000">
                <a:moveTo>
                  <a:pt x="12191999" y="1142999"/>
                </a:moveTo>
                <a:lnTo>
                  <a:pt x="0" y="1142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1142999"/>
                </a:lnTo>
                <a:close/>
              </a:path>
            </a:pathLst>
          </a:custGeom>
          <a:solidFill>
            <a:srgbClr val="2E7D3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4"/>
              <a:t>Project</a:t>
            </a:r>
            <a:r>
              <a:rPr dirty="0" spc="-220"/>
              <a:t> </a:t>
            </a:r>
            <a:r>
              <a:rPr dirty="0" spc="-195"/>
              <a:t>Overview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509015" y="1405127"/>
            <a:ext cx="11174095" cy="5267325"/>
            <a:chOff x="509015" y="1405127"/>
            <a:chExt cx="11174095" cy="526732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9015" y="1405127"/>
              <a:ext cx="11173967" cy="5266943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399" y="1803399"/>
              <a:ext cx="247650" cy="212725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1273174" y="1749425"/>
            <a:ext cx="19367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45" b="1">
                <a:solidFill>
                  <a:srgbClr val="2E7D32"/>
                </a:solidFill>
                <a:latin typeface="Tahoma"/>
                <a:cs typeface="Tahoma"/>
              </a:rPr>
              <a:t>Problem</a:t>
            </a:r>
            <a:r>
              <a:rPr dirty="0" sz="1800" spc="-120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800" spc="-155" b="1">
                <a:solidFill>
                  <a:srgbClr val="2E7D32"/>
                </a:solidFill>
                <a:latin typeface="Tahoma"/>
                <a:cs typeface="Tahoma"/>
              </a:rPr>
              <a:t>Statement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1139825" y="1803400"/>
            <a:ext cx="7546975" cy="3130550"/>
            <a:chOff x="1139825" y="1803400"/>
            <a:chExt cx="7546975" cy="3130550"/>
          </a:xfrm>
        </p:grpSpPr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39825" y="2371725"/>
              <a:ext cx="44450" cy="171450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39825" y="3705225"/>
              <a:ext cx="44450" cy="171450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39825" y="4752974"/>
              <a:ext cx="44450" cy="171450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73600" y="1803400"/>
              <a:ext cx="158750" cy="222250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81550" y="2362200"/>
              <a:ext cx="190500" cy="190500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81550" y="3695700"/>
              <a:ext cx="190500" cy="190500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88350" y="1822450"/>
              <a:ext cx="171450" cy="193675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496300" y="2362200"/>
              <a:ext cx="190500" cy="190500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496300" y="3695700"/>
              <a:ext cx="190500" cy="190500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496300" y="4743449"/>
              <a:ext cx="190500" cy="190500"/>
            </a:xfrm>
            <a:prstGeom prst="rect">
              <a:avLst/>
            </a:prstGeom>
          </p:spPr>
        </p:pic>
      </p:grpSp>
      <p:sp>
        <p:nvSpPr>
          <p:cNvPr id="19" name="object 19" descr=""/>
          <p:cNvSpPr txBox="1"/>
          <p:nvPr/>
        </p:nvSpPr>
        <p:spPr>
          <a:xfrm>
            <a:off x="1406524" y="2292350"/>
            <a:ext cx="2263140" cy="882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1500" spc="-105" b="1">
                <a:solidFill>
                  <a:srgbClr val="2E7D32"/>
                </a:solidFill>
                <a:latin typeface="Tahoma"/>
                <a:cs typeface="Tahoma"/>
              </a:rPr>
              <a:t>Edible</a:t>
            </a:r>
            <a:r>
              <a:rPr dirty="0" sz="1500" spc="-100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500" spc="-114" b="1">
                <a:solidFill>
                  <a:srgbClr val="2E7D32"/>
                </a:solidFill>
                <a:latin typeface="Tahoma"/>
                <a:cs typeface="Tahoma"/>
              </a:rPr>
              <a:t>food</a:t>
            </a:r>
            <a:r>
              <a:rPr dirty="0" sz="1500" spc="-95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500" spc="-114" b="1">
                <a:solidFill>
                  <a:srgbClr val="2E7D32"/>
                </a:solidFill>
                <a:latin typeface="Tahoma"/>
                <a:cs typeface="Tahoma"/>
              </a:rPr>
              <a:t>discarded</a:t>
            </a:r>
            <a:r>
              <a:rPr dirty="0" sz="1500" spc="-100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latin typeface="Tahoma"/>
                <a:cs typeface="Tahoma"/>
              </a:rPr>
              <a:t>while </a:t>
            </a:r>
            <a:r>
              <a:rPr dirty="0" sz="1500" spc="-45">
                <a:latin typeface="Tahoma"/>
                <a:cs typeface="Tahoma"/>
              </a:rPr>
              <a:t>nearby</a:t>
            </a:r>
            <a:r>
              <a:rPr dirty="0" sz="1500" spc="-90">
                <a:latin typeface="Tahoma"/>
                <a:cs typeface="Tahoma"/>
              </a:rPr>
              <a:t> </a:t>
            </a:r>
            <a:r>
              <a:rPr dirty="0" sz="1500" spc="-25">
                <a:latin typeface="Tahoma"/>
                <a:cs typeface="Tahoma"/>
              </a:rPr>
              <a:t>communities</a:t>
            </a:r>
            <a:r>
              <a:rPr dirty="0" sz="1500" spc="-90">
                <a:latin typeface="Tahoma"/>
                <a:cs typeface="Tahoma"/>
              </a:rPr>
              <a:t> </a:t>
            </a:r>
            <a:r>
              <a:rPr dirty="0" sz="1500" spc="-20">
                <a:latin typeface="Tahoma"/>
                <a:cs typeface="Tahoma"/>
              </a:rPr>
              <a:t>face food</a:t>
            </a:r>
            <a:r>
              <a:rPr dirty="0" sz="1500" spc="-145">
                <a:latin typeface="Tahoma"/>
                <a:cs typeface="Tahoma"/>
              </a:rPr>
              <a:t> </a:t>
            </a:r>
            <a:r>
              <a:rPr dirty="0" sz="1500" spc="-10">
                <a:latin typeface="Tahoma"/>
                <a:cs typeface="Tahoma"/>
              </a:rPr>
              <a:t>insecurity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406524" y="3625849"/>
            <a:ext cx="1847850" cy="596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715">
              <a:lnSpc>
                <a:spcPct val="125000"/>
              </a:lnSpc>
              <a:spcBef>
                <a:spcPts val="100"/>
              </a:spcBef>
            </a:pPr>
            <a:r>
              <a:rPr dirty="0" sz="1500" spc="-15">
                <a:latin typeface="Tahoma"/>
                <a:cs typeface="Tahoma"/>
              </a:rPr>
              <a:t>No</a:t>
            </a:r>
            <a:r>
              <a:rPr dirty="0" sz="1500" spc="-140">
                <a:latin typeface="Tahoma"/>
                <a:cs typeface="Tahoma"/>
              </a:rPr>
              <a:t> </a:t>
            </a:r>
            <a:r>
              <a:rPr dirty="0" sz="1500" spc="-30">
                <a:latin typeface="Tahoma"/>
                <a:cs typeface="Tahoma"/>
              </a:rPr>
              <a:t>central</a:t>
            </a:r>
            <a:r>
              <a:rPr dirty="0" sz="1500" spc="-135">
                <a:latin typeface="Tahoma"/>
                <a:cs typeface="Tahoma"/>
              </a:rPr>
              <a:t> </a:t>
            </a:r>
            <a:r>
              <a:rPr dirty="0" sz="1500" spc="-20">
                <a:latin typeface="Tahoma"/>
                <a:cs typeface="Tahoma"/>
              </a:rPr>
              <a:t>platform</a:t>
            </a:r>
            <a:r>
              <a:rPr dirty="0" sz="1500" spc="-135">
                <a:latin typeface="Tahoma"/>
                <a:cs typeface="Tahoma"/>
              </a:rPr>
              <a:t> </a:t>
            </a:r>
            <a:r>
              <a:rPr dirty="0" sz="1500" spc="-25">
                <a:latin typeface="Tahoma"/>
                <a:cs typeface="Tahoma"/>
              </a:rPr>
              <a:t>to </a:t>
            </a:r>
            <a:r>
              <a:rPr dirty="0" sz="1500" spc="-35">
                <a:latin typeface="Tahoma"/>
                <a:cs typeface="Tahoma"/>
              </a:rPr>
              <a:t>announce</a:t>
            </a:r>
            <a:r>
              <a:rPr dirty="0" sz="1500" spc="-114">
                <a:latin typeface="Tahoma"/>
                <a:cs typeface="Tahoma"/>
              </a:rPr>
              <a:t> </a:t>
            </a:r>
            <a:r>
              <a:rPr dirty="0" sz="1500" spc="-25">
                <a:latin typeface="Tahoma"/>
                <a:cs typeface="Tahoma"/>
              </a:rPr>
              <a:t>surplus</a:t>
            </a:r>
            <a:r>
              <a:rPr dirty="0" sz="1500" spc="-114">
                <a:latin typeface="Tahoma"/>
                <a:cs typeface="Tahoma"/>
              </a:rPr>
              <a:t> </a:t>
            </a:r>
            <a:r>
              <a:rPr dirty="0" sz="1500" spc="-20">
                <a:latin typeface="Tahoma"/>
                <a:cs typeface="Tahoma"/>
              </a:rPr>
              <a:t>food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406524" y="4673599"/>
            <a:ext cx="2216150" cy="596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1500" spc="-20">
                <a:latin typeface="Tahoma"/>
                <a:cs typeface="Tahoma"/>
              </a:rPr>
              <a:t>Coordination</a:t>
            </a:r>
            <a:r>
              <a:rPr dirty="0" sz="1500" spc="-105">
                <a:latin typeface="Tahoma"/>
                <a:cs typeface="Tahoma"/>
              </a:rPr>
              <a:t> </a:t>
            </a:r>
            <a:r>
              <a:rPr dirty="0" sz="1500" spc="-50">
                <a:latin typeface="Tahoma"/>
                <a:cs typeface="Tahoma"/>
              </a:rPr>
              <a:t>gaps</a:t>
            </a:r>
            <a:r>
              <a:rPr dirty="0" sz="1500" spc="-100">
                <a:latin typeface="Tahoma"/>
                <a:cs typeface="Tahoma"/>
              </a:rPr>
              <a:t> </a:t>
            </a:r>
            <a:r>
              <a:rPr dirty="0" sz="1500" spc="-35">
                <a:latin typeface="Tahoma"/>
                <a:cs typeface="Tahoma"/>
              </a:rPr>
              <a:t>between donors,</a:t>
            </a:r>
            <a:r>
              <a:rPr dirty="0" sz="1500" spc="-120">
                <a:latin typeface="Tahoma"/>
                <a:cs typeface="Tahoma"/>
              </a:rPr>
              <a:t> </a:t>
            </a:r>
            <a:r>
              <a:rPr dirty="0" sz="1500" spc="-70">
                <a:latin typeface="Tahoma"/>
                <a:cs typeface="Tahoma"/>
              </a:rPr>
              <a:t>NGOs,</a:t>
            </a:r>
            <a:r>
              <a:rPr dirty="0" sz="1500" spc="-114">
                <a:latin typeface="Tahoma"/>
                <a:cs typeface="Tahoma"/>
              </a:rPr>
              <a:t> </a:t>
            </a:r>
            <a:r>
              <a:rPr dirty="0" sz="1500" spc="-10">
                <a:latin typeface="Tahoma"/>
                <a:cs typeface="Tahoma"/>
              </a:rPr>
              <a:t>volunteers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4987924" y="1749425"/>
            <a:ext cx="10775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40" b="1">
                <a:solidFill>
                  <a:srgbClr val="2E7D32"/>
                </a:solidFill>
                <a:latin typeface="Tahoma"/>
                <a:cs typeface="Tahoma"/>
              </a:rPr>
              <a:t>Motivation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5121274" y="2292350"/>
            <a:ext cx="2092960" cy="882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1500" spc="-55">
                <a:latin typeface="Tahoma"/>
                <a:cs typeface="Tahoma"/>
              </a:rPr>
              <a:t>Create</a:t>
            </a:r>
            <a:r>
              <a:rPr dirty="0" sz="1500" spc="-120">
                <a:latin typeface="Tahoma"/>
                <a:cs typeface="Tahoma"/>
              </a:rPr>
              <a:t> </a:t>
            </a:r>
            <a:r>
              <a:rPr dirty="0" sz="1500" spc="-120" b="1">
                <a:solidFill>
                  <a:srgbClr val="2E7D32"/>
                </a:solidFill>
                <a:latin typeface="Tahoma"/>
                <a:cs typeface="Tahoma"/>
              </a:rPr>
              <a:t>single</a:t>
            </a:r>
            <a:r>
              <a:rPr dirty="0" sz="1500" spc="-85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500" spc="-114" b="1">
                <a:solidFill>
                  <a:srgbClr val="2E7D32"/>
                </a:solidFill>
                <a:latin typeface="Tahoma"/>
                <a:cs typeface="Tahoma"/>
              </a:rPr>
              <a:t>coordinated </a:t>
            </a:r>
            <a:r>
              <a:rPr dirty="0" sz="1500" spc="-145" b="1">
                <a:solidFill>
                  <a:srgbClr val="2E7D32"/>
                </a:solidFill>
                <a:latin typeface="Tahoma"/>
                <a:cs typeface="Tahoma"/>
              </a:rPr>
              <a:t>system</a:t>
            </a:r>
            <a:r>
              <a:rPr dirty="0" sz="1500" spc="-85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500" spc="-30">
                <a:latin typeface="Tahoma"/>
                <a:cs typeface="Tahoma"/>
              </a:rPr>
              <a:t>connecting</a:t>
            </a:r>
            <a:r>
              <a:rPr dirty="0" sz="1500" spc="-114">
                <a:latin typeface="Tahoma"/>
                <a:cs typeface="Tahoma"/>
              </a:rPr>
              <a:t> </a:t>
            </a:r>
            <a:r>
              <a:rPr dirty="0" sz="1500" spc="-25">
                <a:latin typeface="Tahoma"/>
                <a:cs typeface="Tahoma"/>
              </a:rPr>
              <a:t>all </a:t>
            </a:r>
            <a:r>
              <a:rPr dirty="0" sz="1500" spc="-10">
                <a:latin typeface="Tahoma"/>
                <a:cs typeface="Tahoma"/>
              </a:rPr>
              <a:t>stakeholders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5121274" y="3625849"/>
            <a:ext cx="1562735" cy="882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1500" spc="-20">
                <a:latin typeface="Tahoma"/>
                <a:cs typeface="Tahoma"/>
              </a:rPr>
              <a:t>Provide</a:t>
            </a:r>
            <a:r>
              <a:rPr dirty="0" sz="1500" spc="-75">
                <a:latin typeface="Tahoma"/>
                <a:cs typeface="Tahoma"/>
              </a:rPr>
              <a:t> </a:t>
            </a:r>
            <a:r>
              <a:rPr dirty="0" sz="1500" spc="-60">
                <a:latin typeface="Tahoma"/>
                <a:cs typeface="Tahoma"/>
              </a:rPr>
              <a:t>end-</a:t>
            </a:r>
            <a:r>
              <a:rPr dirty="0" sz="1500" spc="-40">
                <a:latin typeface="Tahoma"/>
                <a:cs typeface="Tahoma"/>
              </a:rPr>
              <a:t>to-</a:t>
            </a:r>
            <a:r>
              <a:rPr dirty="0" sz="1500" spc="-25">
                <a:latin typeface="Tahoma"/>
                <a:cs typeface="Tahoma"/>
              </a:rPr>
              <a:t>end </a:t>
            </a:r>
            <a:r>
              <a:rPr dirty="0" sz="1500" spc="-10">
                <a:latin typeface="Tahoma"/>
                <a:cs typeface="Tahoma"/>
              </a:rPr>
              <a:t>donation</a:t>
            </a:r>
            <a:r>
              <a:rPr dirty="0" sz="1500" spc="-165">
                <a:latin typeface="Tahoma"/>
                <a:cs typeface="Tahoma"/>
              </a:rPr>
              <a:t> </a:t>
            </a:r>
            <a:r>
              <a:rPr dirty="0" sz="1500" spc="-10">
                <a:latin typeface="Tahoma"/>
                <a:cs typeface="Tahoma"/>
              </a:rPr>
              <a:t>lifecycle management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8702675" y="1749425"/>
            <a:ext cx="10566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45" b="1">
                <a:solidFill>
                  <a:srgbClr val="2E7D32"/>
                </a:solidFill>
                <a:latin typeface="Tahoma"/>
                <a:cs typeface="Tahoma"/>
              </a:rPr>
              <a:t>Objectives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8836025" y="2292350"/>
            <a:ext cx="2078989" cy="882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1500" spc="-130" b="1">
                <a:solidFill>
                  <a:srgbClr val="2E7D32"/>
                </a:solidFill>
                <a:latin typeface="Tahoma"/>
                <a:cs typeface="Tahoma"/>
              </a:rPr>
              <a:t>Fast,</a:t>
            </a:r>
            <a:r>
              <a:rPr dirty="0" sz="1500" spc="-85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500" spc="-105" b="1">
                <a:solidFill>
                  <a:srgbClr val="2E7D32"/>
                </a:solidFill>
                <a:latin typeface="Tahoma"/>
                <a:cs typeface="Tahoma"/>
              </a:rPr>
              <a:t>reliable</a:t>
            </a:r>
            <a:r>
              <a:rPr dirty="0" sz="1500" spc="-80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500" spc="-135" b="1">
                <a:solidFill>
                  <a:srgbClr val="2E7D32"/>
                </a:solidFill>
                <a:latin typeface="Tahoma"/>
                <a:cs typeface="Tahoma"/>
              </a:rPr>
              <a:t>matching</a:t>
            </a:r>
            <a:r>
              <a:rPr dirty="0" sz="1500" spc="-80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latin typeface="Tahoma"/>
                <a:cs typeface="Tahoma"/>
              </a:rPr>
              <a:t>of surplus</a:t>
            </a:r>
            <a:r>
              <a:rPr dirty="0" sz="1500" spc="-145">
                <a:latin typeface="Tahoma"/>
                <a:cs typeface="Tahoma"/>
              </a:rPr>
              <a:t> </a:t>
            </a:r>
            <a:r>
              <a:rPr dirty="0" sz="1500" spc="-20">
                <a:latin typeface="Tahoma"/>
                <a:cs typeface="Tahoma"/>
              </a:rPr>
              <a:t>food</a:t>
            </a:r>
            <a:r>
              <a:rPr dirty="0" sz="1500" spc="-140">
                <a:latin typeface="Tahoma"/>
                <a:cs typeface="Tahoma"/>
              </a:rPr>
              <a:t> </a:t>
            </a:r>
            <a:r>
              <a:rPr dirty="0" sz="1500" spc="-10">
                <a:latin typeface="Tahoma"/>
                <a:cs typeface="Tahoma"/>
              </a:rPr>
              <a:t>with</a:t>
            </a:r>
            <a:r>
              <a:rPr dirty="0" sz="1500" spc="-140">
                <a:latin typeface="Tahoma"/>
                <a:cs typeface="Tahoma"/>
              </a:rPr>
              <a:t> </a:t>
            </a:r>
            <a:r>
              <a:rPr dirty="0" sz="1500" spc="-10">
                <a:latin typeface="Tahoma"/>
                <a:cs typeface="Tahoma"/>
              </a:rPr>
              <a:t>nearby NGOs/volunteers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8836025" y="3625849"/>
            <a:ext cx="2277110" cy="596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1500" spc="-60">
                <a:latin typeface="Tahoma"/>
                <a:cs typeface="Tahoma"/>
              </a:rPr>
              <a:t>End-</a:t>
            </a:r>
            <a:r>
              <a:rPr dirty="0" sz="1500" spc="-40">
                <a:latin typeface="Tahoma"/>
                <a:cs typeface="Tahoma"/>
              </a:rPr>
              <a:t>to-</a:t>
            </a:r>
            <a:r>
              <a:rPr dirty="0" sz="1500" spc="-30">
                <a:latin typeface="Tahoma"/>
                <a:cs typeface="Tahoma"/>
              </a:rPr>
              <a:t>end</a:t>
            </a:r>
            <a:r>
              <a:rPr dirty="0" sz="1500" spc="-85">
                <a:latin typeface="Tahoma"/>
                <a:cs typeface="Tahoma"/>
              </a:rPr>
              <a:t> </a:t>
            </a:r>
            <a:r>
              <a:rPr dirty="0" sz="1500" spc="-20">
                <a:latin typeface="Tahoma"/>
                <a:cs typeface="Tahoma"/>
              </a:rPr>
              <a:t>visibility,</a:t>
            </a:r>
            <a:r>
              <a:rPr dirty="0" sz="1500" spc="-80">
                <a:latin typeface="Tahoma"/>
                <a:cs typeface="Tahoma"/>
              </a:rPr>
              <a:t> </a:t>
            </a:r>
            <a:r>
              <a:rPr dirty="0" sz="1500" spc="-20">
                <a:latin typeface="Tahoma"/>
                <a:cs typeface="Tahoma"/>
              </a:rPr>
              <a:t>food </a:t>
            </a:r>
            <a:r>
              <a:rPr dirty="0" sz="1500" spc="-60">
                <a:latin typeface="Tahoma"/>
                <a:cs typeface="Tahoma"/>
              </a:rPr>
              <a:t>safety,</a:t>
            </a:r>
            <a:r>
              <a:rPr dirty="0" sz="1500" spc="-140">
                <a:latin typeface="Tahoma"/>
                <a:cs typeface="Tahoma"/>
              </a:rPr>
              <a:t> </a:t>
            </a:r>
            <a:r>
              <a:rPr dirty="0" sz="1500" spc="-30">
                <a:latin typeface="Tahoma"/>
                <a:cs typeface="Tahoma"/>
              </a:rPr>
              <a:t>trust</a:t>
            </a:r>
            <a:r>
              <a:rPr dirty="0" sz="1500" spc="-140">
                <a:latin typeface="Tahoma"/>
                <a:cs typeface="Tahoma"/>
              </a:rPr>
              <a:t> </a:t>
            </a:r>
            <a:r>
              <a:rPr dirty="0" sz="1500" spc="-110">
                <a:latin typeface="Tahoma"/>
                <a:cs typeface="Tahoma"/>
              </a:rPr>
              <a:t>&amp;</a:t>
            </a:r>
            <a:r>
              <a:rPr dirty="0" sz="1500" spc="-140">
                <a:latin typeface="Tahoma"/>
                <a:cs typeface="Tahoma"/>
              </a:rPr>
              <a:t> </a:t>
            </a:r>
            <a:r>
              <a:rPr dirty="0" sz="1500" spc="-20">
                <a:latin typeface="Tahoma"/>
                <a:cs typeface="Tahoma"/>
              </a:rPr>
              <a:t>accountability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8836025" y="4673599"/>
            <a:ext cx="1920875" cy="596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1500" spc="-20">
                <a:latin typeface="Tahoma"/>
                <a:cs typeface="Tahoma"/>
              </a:rPr>
              <a:t>Actionable</a:t>
            </a:r>
            <a:r>
              <a:rPr dirty="0" sz="1500" spc="-105">
                <a:latin typeface="Tahoma"/>
                <a:cs typeface="Tahoma"/>
              </a:rPr>
              <a:t> </a:t>
            </a:r>
            <a:r>
              <a:rPr dirty="0" sz="1500" spc="-30">
                <a:latin typeface="Tahoma"/>
                <a:cs typeface="Tahoma"/>
              </a:rPr>
              <a:t>insights</a:t>
            </a:r>
            <a:r>
              <a:rPr dirty="0" sz="1500" spc="-100">
                <a:latin typeface="Tahoma"/>
                <a:cs typeface="Tahoma"/>
              </a:rPr>
              <a:t> </a:t>
            </a:r>
            <a:r>
              <a:rPr dirty="0" sz="1500" spc="-25">
                <a:latin typeface="Tahoma"/>
                <a:cs typeface="Tahoma"/>
              </a:rPr>
              <a:t>via </a:t>
            </a:r>
            <a:r>
              <a:rPr dirty="0" sz="1500" spc="-30">
                <a:latin typeface="Tahoma"/>
                <a:cs typeface="Tahoma"/>
              </a:rPr>
              <a:t>dashboards</a:t>
            </a:r>
            <a:r>
              <a:rPr dirty="0" sz="1500" spc="-135">
                <a:latin typeface="Tahoma"/>
                <a:cs typeface="Tahoma"/>
              </a:rPr>
              <a:t> </a:t>
            </a:r>
            <a:r>
              <a:rPr dirty="0" sz="1500" spc="-25">
                <a:latin typeface="Tahoma"/>
                <a:cs typeface="Tahoma"/>
              </a:rPr>
              <a:t>and</a:t>
            </a:r>
            <a:r>
              <a:rPr dirty="0" sz="1500" spc="-135">
                <a:latin typeface="Tahoma"/>
                <a:cs typeface="Tahoma"/>
              </a:rPr>
              <a:t> </a:t>
            </a:r>
            <a:r>
              <a:rPr dirty="0" sz="1500" spc="-25">
                <a:latin typeface="Tahoma"/>
                <a:cs typeface="Tahoma"/>
              </a:rPr>
              <a:t>reports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4"/>
              <a:t>Target</a:t>
            </a:r>
            <a:r>
              <a:rPr dirty="0" spc="-245"/>
              <a:t> </a:t>
            </a:r>
            <a:r>
              <a:rPr dirty="0" spc="-229"/>
              <a:t>Users</a:t>
            </a:r>
            <a:r>
              <a:rPr dirty="0" spc="-240"/>
              <a:t> </a:t>
            </a:r>
            <a:r>
              <a:rPr dirty="0" spc="-215"/>
              <a:t>and</a:t>
            </a:r>
            <a:r>
              <a:rPr dirty="0" spc="-245"/>
              <a:t> </a:t>
            </a:r>
            <a:r>
              <a:rPr dirty="0" spc="-250"/>
              <a:t>System</a:t>
            </a:r>
            <a:r>
              <a:rPr dirty="0" spc="-240"/>
              <a:t> </a:t>
            </a:r>
            <a:r>
              <a:rPr dirty="0" spc="-160"/>
              <a:t>Environment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1114424" y="1866899"/>
            <a:ext cx="571500" cy="28575"/>
          </a:xfrm>
          <a:custGeom>
            <a:avLst/>
            <a:gdLst/>
            <a:ahLst/>
            <a:cxnLst/>
            <a:rect l="l" t="t" r="r" b="b"/>
            <a:pathLst>
              <a:path w="571500" h="28575">
                <a:moveTo>
                  <a:pt x="571499" y="28574"/>
                </a:moveTo>
                <a:lnTo>
                  <a:pt x="0" y="28574"/>
                </a:lnTo>
                <a:lnTo>
                  <a:pt x="0" y="0"/>
                </a:lnTo>
                <a:lnTo>
                  <a:pt x="571499" y="0"/>
                </a:lnTo>
                <a:lnTo>
                  <a:pt x="571499" y="28574"/>
                </a:lnTo>
                <a:close/>
              </a:path>
            </a:pathLst>
          </a:custGeom>
          <a:solidFill>
            <a:srgbClr val="4BAF4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6274" y="1416049"/>
            <a:ext cx="285750" cy="17780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101725" y="1320800"/>
            <a:ext cx="144018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215" b="1">
                <a:solidFill>
                  <a:srgbClr val="2E7D32"/>
                </a:solidFill>
                <a:latin typeface="Tahoma"/>
                <a:cs typeface="Tahoma"/>
              </a:rPr>
              <a:t>Target</a:t>
            </a:r>
            <a:r>
              <a:rPr dirty="0" sz="2100" spc="-160" b="1">
                <a:solidFill>
                  <a:srgbClr val="2E7D32"/>
                </a:solidFill>
                <a:latin typeface="Tahoma"/>
                <a:cs typeface="Tahoma"/>
              </a:rPr>
              <a:t> Users</a:t>
            </a:r>
            <a:endParaRPr sz="2100">
              <a:latin typeface="Tahoma"/>
              <a:cs typeface="Tahoma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563879" y="1972055"/>
            <a:ext cx="5520055" cy="1685925"/>
            <a:chOff x="563879" y="1972055"/>
            <a:chExt cx="5520055" cy="1685925"/>
          </a:xfrm>
        </p:grpSpPr>
        <p:sp>
          <p:nvSpPr>
            <p:cNvPr id="7" name="object 7" descr=""/>
            <p:cNvSpPr/>
            <p:nvPr/>
          </p:nvSpPr>
          <p:spPr>
            <a:xfrm>
              <a:off x="563879" y="1972055"/>
              <a:ext cx="5520055" cy="1685925"/>
            </a:xfrm>
            <a:custGeom>
              <a:avLst/>
              <a:gdLst/>
              <a:ahLst/>
              <a:cxnLst/>
              <a:rect l="l" t="t" r="r" b="b"/>
              <a:pathLst>
                <a:path w="5520055" h="1685925">
                  <a:moveTo>
                    <a:pt x="5519927" y="1685543"/>
                  </a:moveTo>
                  <a:lnTo>
                    <a:pt x="0" y="1685543"/>
                  </a:lnTo>
                  <a:lnTo>
                    <a:pt x="0" y="0"/>
                  </a:lnTo>
                  <a:lnTo>
                    <a:pt x="5519927" y="0"/>
                  </a:lnTo>
                  <a:lnTo>
                    <a:pt x="5519927" y="75818"/>
                  </a:lnTo>
                  <a:lnTo>
                    <a:pt x="217169" y="75818"/>
                  </a:lnTo>
                  <a:lnTo>
                    <a:pt x="206848" y="76317"/>
                  </a:lnTo>
                  <a:lnTo>
                    <a:pt x="167729" y="88204"/>
                  </a:lnTo>
                  <a:lnTo>
                    <a:pt x="136136" y="114157"/>
                  </a:lnTo>
                  <a:lnTo>
                    <a:pt x="116881" y="150224"/>
                  </a:lnTo>
                  <a:lnTo>
                    <a:pt x="112394" y="180593"/>
                  </a:lnTo>
                  <a:lnTo>
                    <a:pt x="112394" y="1428368"/>
                  </a:lnTo>
                  <a:lnTo>
                    <a:pt x="120370" y="1468464"/>
                  </a:lnTo>
                  <a:lnTo>
                    <a:pt x="143082" y="1502455"/>
                  </a:lnTo>
                  <a:lnTo>
                    <a:pt x="177074" y="1525168"/>
                  </a:lnTo>
                  <a:lnTo>
                    <a:pt x="217169" y="1533143"/>
                  </a:lnTo>
                  <a:lnTo>
                    <a:pt x="5519927" y="1533143"/>
                  </a:lnTo>
                  <a:lnTo>
                    <a:pt x="5519927" y="1685543"/>
                  </a:lnTo>
                  <a:close/>
                </a:path>
                <a:path w="5520055" h="1685925">
                  <a:moveTo>
                    <a:pt x="5519927" y="1533143"/>
                  </a:moveTo>
                  <a:lnTo>
                    <a:pt x="5303519" y="1533143"/>
                  </a:lnTo>
                  <a:lnTo>
                    <a:pt x="5313840" y="1532645"/>
                  </a:lnTo>
                  <a:lnTo>
                    <a:pt x="5323963" y="1531149"/>
                  </a:lnTo>
                  <a:lnTo>
                    <a:pt x="5361739" y="1515502"/>
                  </a:lnTo>
                  <a:lnTo>
                    <a:pt x="5390652" y="1486589"/>
                  </a:lnTo>
                  <a:lnTo>
                    <a:pt x="5406300" y="1448813"/>
                  </a:lnTo>
                  <a:lnTo>
                    <a:pt x="5408294" y="1428368"/>
                  </a:lnTo>
                  <a:lnTo>
                    <a:pt x="5408294" y="180593"/>
                  </a:lnTo>
                  <a:lnTo>
                    <a:pt x="5400318" y="140498"/>
                  </a:lnTo>
                  <a:lnTo>
                    <a:pt x="5377606" y="106506"/>
                  </a:lnTo>
                  <a:lnTo>
                    <a:pt x="5343614" y="83794"/>
                  </a:lnTo>
                  <a:lnTo>
                    <a:pt x="5303519" y="75818"/>
                  </a:lnTo>
                  <a:lnTo>
                    <a:pt x="5519927" y="75818"/>
                  </a:lnTo>
                  <a:lnTo>
                    <a:pt x="5519927" y="1533143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66749" y="2038349"/>
              <a:ext cx="5314950" cy="1476375"/>
            </a:xfrm>
            <a:custGeom>
              <a:avLst/>
              <a:gdLst/>
              <a:ahLst/>
              <a:cxnLst/>
              <a:rect l="l" t="t" r="r" b="b"/>
              <a:pathLst>
                <a:path w="5314950" h="1476375">
                  <a:moveTo>
                    <a:pt x="5208154" y="1476374"/>
                  </a:moveTo>
                  <a:lnTo>
                    <a:pt x="106794" y="1476374"/>
                  </a:lnTo>
                  <a:lnTo>
                    <a:pt x="99361" y="1475642"/>
                  </a:lnTo>
                  <a:lnTo>
                    <a:pt x="57038" y="1461280"/>
                  </a:lnTo>
                  <a:lnTo>
                    <a:pt x="23432" y="1431816"/>
                  </a:lnTo>
                  <a:lnTo>
                    <a:pt x="3660" y="1391733"/>
                  </a:lnTo>
                  <a:lnTo>
                    <a:pt x="0" y="1369579"/>
                  </a:lnTo>
                  <a:lnTo>
                    <a:pt x="0" y="1362074"/>
                  </a:lnTo>
                  <a:lnTo>
                    <a:pt x="0" y="106794"/>
                  </a:lnTo>
                  <a:lnTo>
                    <a:pt x="11572" y="63625"/>
                  </a:lnTo>
                  <a:lnTo>
                    <a:pt x="38784" y="28170"/>
                  </a:lnTo>
                  <a:lnTo>
                    <a:pt x="77492" y="5828"/>
                  </a:lnTo>
                  <a:lnTo>
                    <a:pt x="106794" y="0"/>
                  </a:lnTo>
                  <a:lnTo>
                    <a:pt x="5208154" y="0"/>
                  </a:lnTo>
                  <a:lnTo>
                    <a:pt x="5251323" y="11572"/>
                  </a:lnTo>
                  <a:lnTo>
                    <a:pt x="5286778" y="38784"/>
                  </a:lnTo>
                  <a:lnTo>
                    <a:pt x="5309120" y="77492"/>
                  </a:lnTo>
                  <a:lnTo>
                    <a:pt x="5314949" y="106794"/>
                  </a:lnTo>
                  <a:lnTo>
                    <a:pt x="5314949" y="1369579"/>
                  </a:lnTo>
                  <a:lnTo>
                    <a:pt x="5303375" y="1412748"/>
                  </a:lnTo>
                  <a:lnTo>
                    <a:pt x="5276164" y="1448203"/>
                  </a:lnTo>
                  <a:lnTo>
                    <a:pt x="5237455" y="1470545"/>
                  </a:lnTo>
                  <a:lnTo>
                    <a:pt x="5215587" y="1475642"/>
                  </a:lnTo>
                  <a:lnTo>
                    <a:pt x="5208154" y="1476374"/>
                  </a:lnTo>
                  <a:close/>
                </a:path>
              </a:pathLst>
            </a:custGeom>
            <a:solidFill>
              <a:srgbClr val="F1F7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857249" y="2228849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1" y="568407"/>
                  </a:lnTo>
                  <a:lnTo>
                    <a:pt x="202801" y="559195"/>
                  </a:lnTo>
                  <a:lnTo>
                    <a:pt x="163576" y="544065"/>
                  </a:lnTo>
                  <a:lnTo>
                    <a:pt x="126995" y="523342"/>
                  </a:lnTo>
                  <a:lnTo>
                    <a:pt x="93851" y="497476"/>
                  </a:lnTo>
                  <a:lnTo>
                    <a:pt x="64862" y="467027"/>
                  </a:lnTo>
                  <a:lnTo>
                    <a:pt x="40653" y="432654"/>
                  </a:lnTo>
                  <a:lnTo>
                    <a:pt x="21751" y="395101"/>
                  </a:lnTo>
                  <a:lnTo>
                    <a:pt x="8563" y="355181"/>
                  </a:lnTo>
                  <a:lnTo>
                    <a:pt x="1376" y="313758"/>
                  </a:lnTo>
                  <a:lnTo>
                    <a:pt x="0" y="285749"/>
                  </a:lnTo>
                  <a:lnTo>
                    <a:pt x="344" y="271728"/>
                  </a:lnTo>
                  <a:lnTo>
                    <a:pt x="5490" y="230002"/>
                  </a:lnTo>
                  <a:lnTo>
                    <a:pt x="16703" y="189483"/>
                  </a:lnTo>
                  <a:lnTo>
                    <a:pt x="33740" y="151048"/>
                  </a:lnTo>
                  <a:lnTo>
                    <a:pt x="56233" y="115528"/>
                  </a:lnTo>
                  <a:lnTo>
                    <a:pt x="83694" y="83693"/>
                  </a:lnTo>
                  <a:lnTo>
                    <a:pt x="115528" y="56233"/>
                  </a:lnTo>
                  <a:lnTo>
                    <a:pt x="151048" y="33740"/>
                  </a:lnTo>
                  <a:lnTo>
                    <a:pt x="189483" y="16703"/>
                  </a:lnTo>
                  <a:lnTo>
                    <a:pt x="230002" y="5490"/>
                  </a:lnTo>
                  <a:lnTo>
                    <a:pt x="271728" y="344"/>
                  </a:lnTo>
                  <a:lnTo>
                    <a:pt x="285749" y="0"/>
                  </a:lnTo>
                  <a:lnTo>
                    <a:pt x="299771" y="344"/>
                  </a:lnTo>
                  <a:lnTo>
                    <a:pt x="341496" y="5490"/>
                  </a:lnTo>
                  <a:lnTo>
                    <a:pt x="382016" y="16703"/>
                  </a:lnTo>
                  <a:lnTo>
                    <a:pt x="420451" y="33740"/>
                  </a:lnTo>
                  <a:lnTo>
                    <a:pt x="455971" y="56233"/>
                  </a:lnTo>
                  <a:lnTo>
                    <a:pt x="487805" y="83693"/>
                  </a:lnTo>
                  <a:lnTo>
                    <a:pt x="515266" y="115528"/>
                  </a:lnTo>
                  <a:lnTo>
                    <a:pt x="537758" y="151048"/>
                  </a:lnTo>
                  <a:lnTo>
                    <a:pt x="554796" y="189483"/>
                  </a:lnTo>
                  <a:lnTo>
                    <a:pt x="566009" y="230002"/>
                  </a:lnTo>
                  <a:lnTo>
                    <a:pt x="571156" y="271728"/>
                  </a:lnTo>
                  <a:lnTo>
                    <a:pt x="571499" y="285749"/>
                  </a:lnTo>
                  <a:lnTo>
                    <a:pt x="571156" y="299771"/>
                  </a:lnTo>
                  <a:lnTo>
                    <a:pt x="566009" y="341496"/>
                  </a:lnTo>
                  <a:lnTo>
                    <a:pt x="554796" y="382016"/>
                  </a:lnTo>
                  <a:lnTo>
                    <a:pt x="537758" y="420451"/>
                  </a:lnTo>
                  <a:lnTo>
                    <a:pt x="515266" y="455971"/>
                  </a:lnTo>
                  <a:lnTo>
                    <a:pt x="487805" y="487805"/>
                  </a:lnTo>
                  <a:lnTo>
                    <a:pt x="455971" y="515266"/>
                  </a:lnTo>
                  <a:lnTo>
                    <a:pt x="420451" y="537758"/>
                  </a:lnTo>
                  <a:lnTo>
                    <a:pt x="382016" y="554796"/>
                  </a:lnTo>
                  <a:lnTo>
                    <a:pt x="341496" y="566009"/>
                  </a:lnTo>
                  <a:lnTo>
                    <a:pt x="299771" y="571156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8699" y="2387599"/>
              <a:ext cx="228600" cy="254000"/>
            </a:xfrm>
            <a:prstGeom prst="rect">
              <a:avLst/>
            </a:prstGeom>
          </p:spPr>
        </p:pic>
      </p:grpSp>
      <p:sp>
        <p:nvSpPr>
          <p:cNvPr id="11" name="object 11" descr=""/>
          <p:cNvSpPr txBox="1"/>
          <p:nvPr/>
        </p:nvSpPr>
        <p:spPr>
          <a:xfrm>
            <a:off x="1606549" y="2073910"/>
            <a:ext cx="3377565" cy="754380"/>
          </a:xfrm>
          <a:prstGeom prst="rect">
            <a:avLst/>
          </a:prstGeom>
        </p:spPr>
        <p:txBody>
          <a:bodyPr wrap="square" lIns="0" tIns="154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dirty="0" sz="1800" spc="-10" b="1">
                <a:solidFill>
                  <a:srgbClr val="2E7D32"/>
                </a:solidFill>
                <a:latin typeface="Tahoma"/>
                <a:cs typeface="Tahoma"/>
              </a:rPr>
              <a:t>Donor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350" spc="-30">
                <a:latin typeface="Tahoma"/>
                <a:cs typeface="Tahoma"/>
              </a:rPr>
              <a:t>Individuals</a:t>
            </a:r>
            <a:r>
              <a:rPr dirty="0" sz="1350" spc="-100">
                <a:latin typeface="Tahoma"/>
                <a:cs typeface="Tahoma"/>
              </a:rPr>
              <a:t> </a:t>
            </a:r>
            <a:r>
              <a:rPr dirty="0" sz="1350" spc="-20">
                <a:latin typeface="Tahoma"/>
                <a:cs typeface="Tahoma"/>
              </a:rPr>
              <a:t>or</a:t>
            </a:r>
            <a:r>
              <a:rPr dirty="0" sz="1350" spc="-100">
                <a:latin typeface="Tahoma"/>
                <a:cs typeface="Tahoma"/>
              </a:rPr>
              <a:t> </a:t>
            </a:r>
            <a:r>
              <a:rPr dirty="0" sz="1350" spc="-35">
                <a:latin typeface="Tahoma"/>
                <a:cs typeface="Tahoma"/>
              </a:rPr>
              <a:t>businesses</a:t>
            </a:r>
            <a:r>
              <a:rPr dirty="0" sz="1350" spc="-100">
                <a:latin typeface="Tahoma"/>
                <a:cs typeface="Tahoma"/>
              </a:rPr>
              <a:t> </a:t>
            </a:r>
            <a:r>
              <a:rPr dirty="0" sz="1350" spc="-35">
                <a:latin typeface="Tahoma"/>
                <a:cs typeface="Tahoma"/>
              </a:rPr>
              <a:t>offering</a:t>
            </a:r>
            <a:r>
              <a:rPr dirty="0" sz="1350" spc="-100">
                <a:latin typeface="Tahoma"/>
                <a:cs typeface="Tahoma"/>
              </a:rPr>
              <a:t> </a:t>
            </a:r>
            <a:r>
              <a:rPr dirty="0" sz="1350" spc="-25">
                <a:latin typeface="Tahoma"/>
                <a:cs typeface="Tahoma"/>
              </a:rPr>
              <a:t>surplus</a:t>
            </a:r>
            <a:r>
              <a:rPr dirty="0" sz="1350" spc="-100">
                <a:latin typeface="Tahoma"/>
                <a:cs typeface="Tahoma"/>
              </a:rPr>
              <a:t> </a:t>
            </a:r>
            <a:r>
              <a:rPr dirty="0" sz="1350" spc="-10">
                <a:latin typeface="Tahoma"/>
                <a:cs typeface="Tahoma"/>
              </a:rPr>
              <a:t>food.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6117335" y="1972055"/>
            <a:ext cx="5511165" cy="1685925"/>
            <a:chOff x="6117335" y="1972055"/>
            <a:chExt cx="5511165" cy="1685925"/>
          </a:xfrm>
        </p:grpSpPr>
        <p:sp>
          <p:nvSpPr>
            <p:cNvPr id="13" name="object 13" descr=""/>
            <p:cNvSpPr/>
            <p:nvPr/>
          </p:nvSpPr>
          <p:spPr>
            <a:xfrm>
              <a:off x="6117335" y="1972055"/>
              <a:ext cx="5511165" cy="1685925"/>
            </a:xfrm>
            <a:custGeom>
              <a:avLst/>
              <a:gdLst/>
              <a:ahLst/>
              <a:cxnLst/>
              <a:rect l="l" t="t" r="r" b="b"/>
              <a:pathLst>
                <a:path w="5511165" h="1685925">
                  <a:moveTo>
                    <a:pt x="5510783" y="1685543"/>
                  </a:moveTo>
                  <a:lnTo>
                    <a:pt x="0" y="1685543"/>
                  </a:lnTo>
                  <a:lnTo>
                    <a:pt x="0" y="0"/>
                  </a:lnTo>
                  <a:lnTo>
                    <a:pt x="5510783" y="0"/>
                  </a:lnTo>
                  <a:lnTo>
                    <a:pt x="5510783" y="75818"/>
                  </a:lnTo>
                  <a:lnTo>
                    <a:pt x="216788" y="75818"/>
                  </a:lnTo>
                  <a:lnTo>
                    <a:pt x="206467" y="76317"/>
                  </a:lnTo>
                  <a:lnTo>
                    <a:pt x="167347" y="88204"/>
                  </a:lnTo>
                  <a:lnTo>
                    <a:pt x="135755" y="114157"/>
                  </a:lnTo>
                  <a:lnTo>
                    <a:pt x="116499" y="150224"/>
                  </a:lnTo>
                  <a:lnTo>
                    <a:pt x="112013" y="180593"/>
                  </a:lnTo>
                  <a:lnTo>
                    <a:pt x="112013" y="1428368"/>
                  </a:lnTo>
                  <a:lnTo>
                    <a:pt x="119989" y="1468464"/>
                  </a:lnTo>
                  <a:lnTo>
                    <a:pt x="142701" y="1502455"/>
                  </a:lnTo>
                  <a:lnTo>
                    <a:pt x="176692" y="1525168"/>
                  </a:lnTo>
                  <a:lnTo>
                    <a:pt x="216788" y="1533143"/>
                  </a:lnTo>
                  <a:lnTo>
                    <a:pt x="5510783" y="1533143"/>
                  </a:lnTo>
                  <a:lnTo>
                    <a:pt x="5510783" y="1685543"/>
                  </a:lnTo>
                  <a:close/>
                </a:path>
                <a:path w="5511165" h="1685925">
                  <a:moveTo>
                    <a:pt x="5510783" y="1533143"/>
                  </a:moveTo>
                  <a:lnTo>
                    <a:pt x="5293613" y="1533143"/>
                  </a:lnTo>
                  <a:lnTo>
                    <a:pt x="5303934" y="1532645"/>
                  </a:lnTo>
                  <a:lnTo>
                    <a:pt x="5314057" y="1531149"/>
                  </a:lnTo>
                  <a:lnTo>
                    <a:pt x="5351833" y="1515502"/>
                  </a:lnTo>
                  <a:lnTo>
                    <a:pt x="5380746" y="1486589"/>
                  </a:lnTo>
                  <a:lnTo>
                    <a:pt x="5396393" y="1448813"/>
                  </a:lnTo>
                  <a:lnTo>
                    <a:pt x="5398388" y="1428368"/>
                  </a:lnTo>
                  <a:lnTo>
                    <a:pt x="5398388" y="180593"/>
                  </a:lnTo>
                  <a:lnTo>
                    <a:pt x="5390411" y="140498"/>
                  </a:lnTo>
                  <a:lnTo>
                    <a:pt x="5367700" y="106506"/>
                  </a:lnTo>
                  <a:lnTo>
                    <a:pt x="5333708" y="83794"/>
                  </a:lnTo>
                  <a:lnTo>
                    <a:pt x="5293613" y="75818"/>
                  </a:lnTo>
                  <a:lnTo>
                    <a:pt x="5510783" y="75818"/>
                  </a:lnTo>
                  <a:lnTo>
                    <a:pt x="5510783" y="1533143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219824" y="2038349"/>
              <a:ext cx="5305425" cy="1476375"/>
            </a:xfrm>
            <a:custGeom>
              <a:avLst/>
              <a:gdLst/>
              <a:ahLst/>
              <a:cxnLst/>
              <a:rect l="l" t="t" r="r" b="b"/>
              <a:pathLst>
                <a:path w="5305425" h="1476375">
                  <a:moveTo>
                    <a:pt x="5198630" y="1476374"/>
                  </a:moveTo>
                  <a:lnTo>
                    <a:pt x="106795" y="1476374"/>
                  </a:lnTo>
                  <a:lnTo>
                    <a:pt x="99361" y="1475642"/>
                  </a:lnTo>
                  <a:lnTo>
                    <a:pt x="57038" y="1461280"/>
                  </a:lnTo>
                  <a:lnTo>
                    <a:pt x="23431" y="1431816"/>
                  </a:lnTo>
                  <a:lnTo>
                    <a:pt x="3659" y="1391733"/>
                  </a:lnTo>
                  <a:lnTo>
                    <a:pt x="0" y="1369579"/>
                  </a:lnTo>
                  <a:lnTo>
                    <a:pt x="0" y="1362074"/>
                  </a:lnTo>
                  <a:lnTo>
                    <a:pt x="0" y="106794"/>
                  </a:lnTo>
                  <a:lnTo>
                    <a:pt x="11571" y="63625"/>
                  </a:lnTo>
                  <a:lnTo>
                    <a:pt x="38784" y="28170"/>
                  </a:lnTo>
                  <a:lnTo>
                    <a:pt x="77492" y="5828"/>
                  </a:lnTo>
                  <a:lnTo>
                    <a:pt x="106795" y="0"/>
                  </a:lnTo>
                  <a:lnTo>
                    <a:pt x="5198630" y="0"/>
                  </a:lnTo>
                  <a:lnTo>
                    <a:pt x="5241797" y="11572"/>
                  </a:lnTo>
                  <a:lnTo>
                    <a:pt x="5277252" y="38784"/>
                  </a:lnTo>
                  <a:lnTo>
                    <a:pt x="5299595" y="77492"/>
                  </a:lnTo>
                  <a:lnTo>
                    <a:pt x="5305424" y="106794"/>
                  </a:lnTo>
                  <a:lnTo>
                    <a:pt x="5305424" y="1369579"/>
                  </a:lnTo>
                  <a:lnTo>
                    <a:pt x="5293851" y="1412748"/>
                  </a:lnTo>
                  <a:lnTo>
                    <a:pt x="5266638" y="1448203"/>
                  </a:lnTo>
                  <a:lnTo>
                    <a:pt x="5227931" y="1470545"/>
                  </a:lnTo>
                  <a:lnTo>
                    <a:pt x="5206062" y="1475642"/>
                  </a:lnTo>
                  <a:lnTo>
                    <a:pt x="5198630" y="1476374"/>
                  </a:lnTo>
                  <a:close/>
                </a:path>
              </a:pathLst>
            </a:custGeom>
            <a:solidFill>
              <a:srgbClr val="F1F7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410324" y="2228849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2" y="568407"/>
                  </a:lnTo>
                  <a:lnTo>
                    <a:pt x="202800" y="559195"/>
                  </a:lnTo>
                  <a:lnTo>
                    <a:pt x="163575" y="544065"/>
                  </a:lnTo>
                  <a:lnTo>
                    <a:pt x="126994" y="523342"/>
                  </a:lnTo>
                  <a:lnTo>
                    <a:pt x="93851" y="497476"/>
                  </a:lnTo>
                  <a:lnTo>
                    <a:pt x="64862" y="467027"/>
                  </a:lnTo>
                  <a:lnTo>
                    <a:pt x="40653" y="432654"/>
                  </a:lnTo>
                  <a:lnTo>
                    <a:pt x="21751" y="395101"/>
                  </a:lnTo>
                  <a:lnTo>
                    <a:pt x="8562" y="355181"/>
                  </a:lnTo>
                  <a:lnTo>
                    <a:pt x="1376" y="313758"/>
                  </a:lnTo>
                  <a:lnTo>
                    <a:pt x="0" y="285749"/>
                  </a:lnTo>
                  <a:lnTo>
                    <a:pt x="344" y="271728"/>
                  </a:lnTo>
                  <a:lnTo>
                    <a:pt x="5489" y="230002"/>
                  </a:lnTo>
                  <a:lnTo>
                    <a:pt x="16703" y="189483"/>
                  </a:lnTo>
                  <a:lnTo>
                    <a:pt x="33740" y="151048"/>
                  </a:lnTo>
                  <a:lnTo>
                    <a:pt x="56232" y="115528"/>
                  </a:lnTo>
                  <a:lnTo>
                    <a:pt x="83693" y="83693"/>
                  </a:lnTo>
                  <a:lnTo>
                    <a:pt x="115528" y="56233"/>
                  </a:lnTo>
                  <a:lnTo>
                    <a:pt x="151047" y="33740"/>
                  </a:lnTo>
                  <a:lnTo>
                    <a:pt x="189482" y="16703"/>
                  </a:lnTo>
                  <a:lnTo>
                    <a:pt x="230002" y="5490"/>
                  </a:lnTo>
                  <a:lnTo>
                    <a:pt x="271729" y="344"/>
                  </a:lnTo>
                  <a:lnTo>
                    <a:pt x="285749" y="0"/>
                  </a:lnTo>
                  <a:lnTo>
                    <a:pt x="299771" y="344"/>
                  </a:lnTo>
                  <a:lnTo>
                    <a:pt x="341496" y="5490"/>
                  </a:lnTo>
                  <a:lnTo>
                    <a:pt x="382015" y="16703"/>
                  </a:lnTo>
                  <a:lnTo>
                    <a:pt x="420452" y="33740"/>
                  </a:lnTo>
                  <a:lnTo>
                    <a:pt x="455971" y="56233"/>
                  </a:lnTo>
                  <a:lnTo>
                    <a:pt x="487805" y="83693"/>
                  </a:lnTo>
                  <a:lnTo>
                    <a:pt x="515266" y="115528"/>
                  </a:lnTo>
                  <a:lnTo>
                    <a:pt x="537758" y="151048"/>
                  </a:lnTo>
                  <a:lnTo>
                    <a:pt x="554795" y="189483"/>
                  </a:lnTo>
                  <a:lnTo>
                    <a:pt x="566008" y="230002"/>
                  </a:lnTo>
                  <a:lnTo>
                    <a:pt x="571155" y="271728"/>
                  </a:lnTo>
                  <a:lnTo>
                    <a:pt x="571499" y="285749"/>
                  </a:lnTo>
                  <a:lnTo>
                    <a:pt x="571155" y="299771"/>
                  </a:lnTo>
                  <a:lnTo>
                    <a:pt x="566008" y="341496"/>
                  </a:lnTo>
                  <a:lnTo>
                    <a:pt x="554795" y="382016"/>
                  </a:lnTo>
                  <a:lnTo>
                    <a:pt x="537758" y="420451"/>
                  </a:lnTo>
                  <a:lnTo>
                    <a:pt x="515266" y="455971"/>
                  </a:lnTo>
                  <a:lnTo>
                    <a:pt x="487805" y="487805"/>
                  </a:lnTo>
                  <a:lnTo>
                    <a:pt x="455971" y="515266"/>
                  </a:lnTo>
                  <a:lnTo>
                    <a:pt x="420452" y="537758"/>
                  </a:lnTo>
                  <a:lnTo>
                    <a:pt x="382015" y="554796"/>
                  </a:lnTo>
                  <a:lnTo>
                    <a:pt x="341496" y="566009"/>
                  </a:lnTo>
                  <a:lnTo>
                    <a:pt x="299771" y="571156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48437" y="2387599"/>
              <a:ext cx="273050" cy="254000"/>
            </a:xfrm>
            <a:prstGeom prst="rect">
              <a:avLst/>
            </a:prstGeom>
          </p:spPr>
        </p:pic>
      </p:grpSp>
      <p:sp>
        <p:nvSpPr>
          <p:cNvPr id="17" name="object 17" descr=""/>
          <p:cNvSpPr txBox="1"/>
          <p:nvPr/>
        </p:nvSpPr>
        <p:spPr>
          <a:xfrm>
            <a:off x="7154862" y="2073910"/>
            <a:ext cx="3577590" cy="992505"/>
          </a:xfrm>
          <a:prstGeom prst="rect">
            <a:avLst/>
          </a:prstGeom>
        </p:spPr>
        <p:txBody>
          <a:bodyPr wrap="square" lIns="0" tIns="154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dirty="0" sz="1800" spc="-25" b="1">
                <a:solidFill>
                  <a:srgbClr val="2E7D32"/>
                </a:solidFill>
                <a:latin typeface="Tahoma"/>
                <a:cs typeface="Tahoma"/>
              </a:rPr>
              <a:t>NGO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15700"/>
              </a:lnSpc>
              <a:spcBef>
                <a:spcPts val="585"/>
              </a:spcBef>
            </a:pPr>
            <a:r>
              <a:rPr dirty="0" sz="1350" spc="-35">
                <a:latin typeface="Tahoma"/>
                <a:cs typeface="Tahoma"/>
              </a:rPr>
              <a:t>Non-Governmental</a:t>
            </a:r>
            <a:r>
              <a:rPr dirty="0" sz="1350" spc="-65">
                <a:latin typeface="Tahoma"/>
                <a:cs typeface="Tahoma"/>
              </a:rPr>
              <a:t> </a:t>
            </a:r>
            <a:r>
              <a:rPr dirty="0" sz="1350" spc="-35">
                <a:latin typeface="Tahoma"/>
                <a:cs typeface="Tahoma"/>
              </a:rPr>
              <a:t>Organizations</a:t>
            </a:r>
            <a:r>
              <a:rPr dirty="0" sz="1350" spc="-60">
                <a:latin typeface="Tahoma"/>
                <a:cs typeface="Tahoma"/>
              </a:rPr>
              <a:t> </a:t>
            </a:r>
            <a:r>
              <a:rPr dirty="0" sz="1350" spc="-25">
                <a:latin typeface="Tahoma"/>
                <a:cs typeface="Tahoma"/>
              </a:rPr>
              <a:t>facilitating</a:t>
            </a:r>
            <a:r>
              <a:rPr dirty="0" sz="1350" spc="-65">
                <a:latin typeface="Tahoma"/>
                <a:cs typeface="Tahoma"/>
              </a:rPr>
              <a:t> </a:t>
            </a:r>
            <a:r>
              <a:rPr dirty="0" sz="1350" spc="-20">
                <a:latin typeface="Tahoma"/>
                <a:cs typeface="Tahoma"/>
              </a:rPr>
              <a:t>food </a:t>
            </a:r>
            <a:r>
              <a:rPr dirty="0" sz="1350" spc="-10">
                <a:latin typeface="Tahoma"/>
                <a:cs typeface="Tahoma"/>
              </a:rPr>
              <a:t>distribution.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563879" y="3688079"/>
            <a:ext cx="5520055" cy="1435735"/>
            <a:chOff x="563879" y="3688079"/>
            <a:chExt cx="5520055" cy="1435735"/>
          </a:xfrm>
        </p:grpSpPr>
        <p:sp>
          <p:nvSpPr>
            <p:cNvPr id="19" name="object 19" descr=""/>
            <p:cNvSpPr/>
            <p:nvPr/>
          </p:nvSpPr>
          <p:spPr>
            <a:xfrm>
              <a:off x="563879" y="3688079"/>
              <a:ext cx="5520055" cy="1435735"/>
            </a:xfrm>
            <a:custGeom>
              <a:avLst/>
              <a:gdLst/>
              <a:ahLst/>
              <a:cxnLst/>
              <a:rect l="l" t="t" r="r" b="b"/>
              <a:pathLst>
                <a:path w="5520055" h="1435735">
                  <a:moveTo>
                    <a:pt x="5519927" y="1435607"/>
                  </a:moveTo>
                  <a:lnTo>
                    <a:pt x="0" y="1435607"/>
                  </a:lnTo>
                  <a:lnTo>
                    <a:pt x="0" y="0"/>
                  </a:lnTo>
                  <a:lnTo>
                    <a:pt x="5519927" y="0"/>
                  </a:lnTo>
                  <a:lnTo>
                    <a:pt x="5519927" y="74294"/>
                  </a:lnTo>
                  <a:lnTo>
                    <a:pt x="217169" y="74294"/>
                  </a:lnTo>
                  <a:lnTo>
                    <a:pt x="206848" y="74793"/>
                  </a:lnTo>
                  <a:lnTo>
                    <a:pt x="167729" y="86680"/>
                  </a:lnTo>
                  <a:lnTo>
                    <a:pt x="136136" y="112633"/>
                  </a:lnTo>
                  <a:lnTo>
                    <a:pt x="116881" y="148700"/>
                  </a:lnTo>
                  <a:lnTo>
                    <a:pt x="112394" y="179069"/>
                  </a:lnTo>
                  <a:lnTo>
                    <a:pt x="112394" y="1179194"/>
                  </a:lnTo>
                  <a:lnTo>
                    <a:pt x="120370" y="1219289"/>
                  </a:lnTo>
                  <a:lnTo>
                    <a:pt x="143082" y="1253281"/>
                  </a:lnTo>
                  <a:lnTo>
                    <a:pt x="177074" y="1275993"/>
                  </a:lnTo>
                  <a:lnTo>
                    <a:pt x="217169" y="1283969"/>
                  </a:lnTo>
                  <a:lnTo>
                    <a:pt x="5519927" y="1283969"/>
                  </a:lnTo>
                  <a:lnTo>
                    <a:pt x="5519927" y="1435607"/>
                  </a:lnTo>
                  <a:close/>
                </a:path>
                <a:path w="5520055" h="1435735">
                  <a:moveTo>
                    <a:pt x="5519927" y="1283969"/>
                  </a:moveTo>
                  <a:lnTo>
                    <a:pt x="5303519" y="1283969"/>
                  </a:lnTo>
                  <a:lnTo>
                    <a:pt x="5313840" y="1283471"/>
                  </a:lnTo>
                  <a:lnTo>
                    <a:pt x="5323963" y="1281975"/>
                  </a:lnTo>
                  <a:lnTo>
                    <a:pt x="5361739" y="1266327"/>
                  </a:lnTo>
                  <a:lnTo>
                    <a:pt x="5390652" y="1237414"/>
                  </a:lnTo>
                  <a:lnTo>
                    <a:pt x="5406300" y="1199638"/>
                  </a:lnTo>
                  <a:lnTo>
                    <a:pt x="5408294" y="1179194"/>
                  </a:lnTo>
                  <a:lnTo>
                    <a:pt x="5408294" y="179069"/>
                  </a:lnTo>
                  <a:lnTo>
                    <a:pt x="5400318" y="138973"/>
                  </a:lnTo>
                  <a:lnTo>
                    <a:pt x="5377606" y="104982"/>
                  </a:lnTo>
                  <a:lnTo>
                    <a:pt x="5343614" y="82269"/>
                  </a:lnTo>
                  <a:lnTo>
                    <a:pt x="5303519" y="74294"/>
                  </a:lnTo>
                  <a:lnTo>
                    <a:pt x="5519927" y="74294"/>
                  </a:lnTo>
                  <a:lnTo>
                    <a:pt x="5519927" y="1283969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66749" y="3752849"/>
              <a:ext cx="5314950" cy="1228725"/>
            </a:xfrm>
            <a:custGeom>
              <a:avLst/>
              <a:gdLst/>
              <a:ahLst/>
              <a:cxnLst/>
              <a:rect l="l" t="t" r="r" b="b"/>
              <a:pathLst>
                <a:path w="5314950" h="1228725">
                  <a:moveTo>
                    <a:pt x="5208154" y="1228724"/>
                  </a:moveTo>
                  <a:lnTo>
                    <a:pt x="106794" y="1228724"/>
                  </a:lnTo>
                  <a:lnTo>
                    <a:pt x="99361" y="1227992"/>
                  </a:lnTo>
                  <a:lnTo>
                    <a:pt x="57038" y="1213631"/>
                  </a:lnTo>
                  <a:lnTo>
                    <a:pt x="23432" y="1184166"/>
                  </a:lnTo>
                  <a:lnTo>
                    <a:pt x="3660" y="1144084"/>
                  </a:lnTo>
                  <a:lnTo>
                    <a:pt x="0" y="1121929"/>
                  </a:lnTo>
                  <a:lnTo>
                    <a:pt x="0" y="1114424"/>
                  </a:lnTo>
                  <a:lnTo>
                    <a:pt x="0" y="106794"/>
                  </a:lnTo>
                  <a:lnTo>
                    <a:pt x="11572" y="63625"/>
                  </a:lnTo>
                  <a:lnTo>
                    <a:pt x="38784" y="28170"/>
                  </a:lnTo>
                  <a:lnTo>
                    <a:pt x="77492" y="5828"/>
                  </a:lnTo>
                  <a:lnTo>
                    <a:pt x="106794" y="0"/>
                  </a:lnTo>
                  <a:lnTo>
                    <a:pt x="5208154" y="0"/>
                  </a:lnTo>
                  <a:lnTo>
                    <a:pt x="5251323" y="11571"/>
                  </a:lnTo>
                  <a:lnTo>
                    <a:pt x="5286778" y="38784"/>
                  </a:lnTo>
                  <a:lnTo>
                    <a:pt x="5309120" y="77492"/>
                  </a:lnTo>
                  <a:lnTo>
                    <a:pt x="5314949" y="106794"/>
                  </a:lnTo>
                  <a:lnTo>
                    <a:pt x="5314949" y="1121929"/>
                  </a:lnTo>
                  <a:lnTo>
                    <a:pt x="5303375" y="1165098"/>
                  </a:lnTo>
                  <a:lnTo>
                    <a:pt x="5276164" y="1200553"/>
                  </a:lnTo>
                  <a:lnTo>
                    <a:pt x="5237455" y="1222895"/>
                  </a:lnTo>
                  <a:lnTo>
                    <a:pt x="5215587" y="1227992"/>
                  </a:lnTo>
                  <a:lnTo>
                    <a:pt x="5208154" y="1228724"/>
                  </a:lnTo>
                  <a:close/>
                </a:path>
              </a:pathLst>
            </a:custGeom>
            <a:solidFill>
              <a:srgbClr val="F1F7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857249" y="3943349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1" y="568407"/>
                  </a:lnTo>
                  <a:lnTo>
                    <a:pt x="202801" y="559195"/>
                  </a:lnTo>
                  <a:lnTo>
                    <a:pt x="163576" y="544064"/>
                  </a:lnTo>
                  <a:lnTo>
                    <a:pt x="126995" y="523341"/>
                  </a:lnTo>
                  <a:lnTo>
                    <a:pt x="93851" y="497476"/>
                  </a:lnTo>
                  <a:lnTo>
                    <a:pt x="64862" y="467027"/>
                  </a:lnTo>
                  <a:lnTo>
                    <a:pt x="40653" y="432654"/>
                  </a:lnTo>
                  <a:lnTo>
                    <a:pt x="21751" y="395101"/>
                  </a:lnTo>
                  <a:lnTo>
                    <a:pt x="8563" y="355181"/>
                  </a:lnTo>
                  <a:lnTo>
                    <a:pt x="1376" y="313758"/>
                  </a:lnTo>
                  <a:lnTo>
                    <a:pt x="0" y="285749"/>
                  </a:lnTo>
                  <a:lnTo>
                    <a:pt x="344" y="271729"/>
                  </a:lnTo>
                  <a:lnTo>
                    <a:pt x="5490" y="230002"/>
                  </a:lnTo>
                  <a:lnTo>
                    <a:pt x="16703" y="189483"/>
                  </a:lnTo>
                  <a:lnTo>
                    <a:pt x="33740" y="151047"/>
                  </a:lnTo>
                  <a:lnTo>
                    <a:pt x="56233" y="115528"/>
                  </a:lnTo>
                  <a:lnTo>
                    <a:pt x="83694" y="83693"/>
                  </a:lnTo>
                  <a:lnTo>
                    <a:pt x="115528" y="56233"/>
                  </a:lnTo>
                  <a:lnTo>
                    <a:pt x="151048" y="33740"/>
                  </a:lnTo>
                  <a:lnTo>
                    <a:pt x="189483" y="16703"/>
                  </a:lnTo>
                  <a:lnTo>
                    <a:pt x="230002" y="5490"/>
                  </a:lnTo>
                  <a:lnTo>
                    <a:pt x="271728" y="344"/>
                  </a:lnTo>
                  <a:lnTo>
                    <a:pt x="285749" y="0"/>
                  </a:lnTo>
                  <a:lnTo>
                    <a:pt x="299771" y="344"/>
                  </a:lnTo>
                  <a:lnTo>
                    <a:pt x="341496" y="5490"/>
                  </a:lnTo>
                  <a:lnTo>
                    <a:pt x="382016" y="16703"/>
                  </a:lnTo>
                  <a:lnTo>
                    <a:pt x="420451" y="33740"/>
                  </a:lnTo>
                  <a:lnTo>
                    <a:pt x="455971" y="56232"/>
                  </a:lnTo>
                  <a:lnTo>
                    <a:pt x="487805" y="83693"/>
                  </a:lnTo>
                  <a:lnTo>
                    <a:pt x="515266" y="115528"/>
                  </a:lnTo>
                  <a:lnTo>
                    <a:pt x="537758" y="151048"/>
                  </a:lnTo>
                  <a:lnTo>
                    <a:pt x="554796" y="189483"/>
                  </a:lnTo>
                  <a:lnTo>
                    <a:pt x="566009" y="230002"/>
                  </a:lnTo>
                  <a:lnTo>
                    <a:pt x="571156" y="271729"/>
                  </a:lnTo>
                  <a:lnTo>
                    <a:pt x="571499" y="285749"/>
                  </a:lnTo>
                  <a:lnTo>
                    <a:pt x="571156" y="299771"/>
                  </a:lnTo>
                  <a:lnTo>
                    <a:pt x="566009" y="341496"/>
                  </a:lnTo>
                  <a:lnTo>
                    <a:pt x="554796" y="382015"/>
                  </a:lnTo>
                  <a:lnTo>
                    <a:pt x="537758" y="420450"/>
                  </a:lnTo>
                  <a:lnTo>
                    <a:pt x="515266" y="455970"/>
                  </a:lnTo>
                  <a:lnTo>
                    <a:pt x="487805" y="487805"/>
                  </a:lnTo>
                  <a:lnTo>
                    <a:pt x="455971" y="515266"/>
                  </a:lnTo>
                  <a:lnTo>
                    <a:pt x="420451" y="537758"/>
                  </a:lnTo>
                  <a:lnTo>
                    <a:pt x="382016" y="554796"/>
                  </a:lnTo>
                  <a:lnTo>
                    <a:pt x="341496" y="566008"/>
                  </a:lnTo>
                  <a:lnTo>
                    <a:pt x="299771" y="571155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0599" y="4095749"/>
              <a:ext cx="304800" cy="260350"/>
            </a:xfrm>
            <a:prstGeom prst="rect">
              <a:avLst/>
            </a:prstGeom>
          </p:spPr>
        </p:pic>
      </p:grpSp>
      <p:sp>
        <p:nvSpPr>
          <p:cNvPr id="23" name="object 23" descr=""/>
          <p:cNvSpPr txBox="1"/>
          <p:nvPr/>
        </p:nvSpPr>
        <p:spPr>
          <a:xfrm>
            <a:off x="1606549" y="3788409"/>
            <a:ext cx="3639820" cy="754380"/>
          </a:xfrm>
          <a:prstGeom prst="rect">
            <a:avLst/>
          </a:prstGeom>
        </p:spPr>
        <p:txBody>
          <a:bodyPr wrap="square" lIns="0" tIns="154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dirty="0" sz="1800" spc="-45" b="1">
                <a:solidFill>
                  <a:srgbClr val="2E7D32"/>
                </a:solidFill>
                <a:latin typeface="Tahoma"/>
                <a:cs typeface="Tahoma"/>
              </a:rPr>
              <a:t>Volunteer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350" spc="-30">
                <a:latin typeface="Tahoma"/>
                <a:cs typeface="Tahoma"/>
              </a:rPr>
              <a:t>Individuals</a:t>
            </a:r>
            <a:r>
              <a:rPr dirty="0" sz="1350" spc="-120">
                <a:latin typeface="Tahoma"/>
                <a:cs typeface="Tahoma"/>
              </a:rPr>
              <a:t> </a:t>
            </a:r>
            <a:r>
              <a:rPr dirty="0" sz="1350" spc="-30">
                <a:latin typeface="Tahoma"/>
                <a:cs typeface="Tahoma"/>
              </a:rPr>
              <a:t>assisting</a:t>
            </a:r>
            <a:r>
              <a:rPr dirty="0" sz="1350" spc="-114">
                <a:latin typeface="Tahoma"/>
                <a:cs typeface="Tahoma"/>
              </a:rPr>
              <a:t> </a:t>
            </a:r>
            <a:r>
              <a:rPr dirty="0" sz="1350" spc="-10">
                <a:latin typeface="Tahoma"/>
                <a:cs typeface="Tahoma"/>
              </a:rPr>
              <a:t>with</a:t>
            </a:r>
            <a:r>
              <a:rPr dirty="0" sz="1350" spc="-114">
                <a:latin typeface="Tahoma"/>
                <a:cs typeface="Tahoma"/>
              </a:rPr>
              <a:t> </a:t>
            </a:r>
            <a:r>
              <a:rPr dirty="0" sz="1350" spc="-20">
                <a:latin typeface="Tahoma"/>
                <a:cs typeface="Tahoma"/>
              </a:rPr>
              <a:t>pickups</a:t>
            </a:r>
            <a:r>
              <a:rPr dirty="0" sz="1350" spc="-114">
                <a:latin typeface="Tahoma"/>
                <a:cs typeface="Tahoma"/>
              </a:rPr>
              <a:t> </a:t>
            </a:r>
            <a:r>
              <a:rPr dirty="0" sz="1350" spc="-25">
                <a:latin typeface="Tahoma"/>
                <a:cs typeface="Tahoma"/>
              </a:rPr>
              <a:t>and</a:t>
            </a:r>
            <a:r>
              <a:rPr dirty="0" sz="1350" spc="-120">
                <a:latin typeface="Tahoma"/>
                <a:cs typeface="Tahoma"/>
              </a:rPr>
              <a:t> </a:t>
            </a:r>
            <a:r>
              <a:rPr dirty="0" sz="1350" spc="-10">
                <a:latin typeface="Tahoma"/>
                <a:cs typeface="Tahoma"/>
              </a:rPr>
              <a:t>distribution.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6117335" y="3688079"/>
            <a:ext cx="5511165" cy="1435735"/>
            <a:chOff x="6117335" y="3688079"/>
            <a:chExt cx="5511165" cy="1435735"/>
          </a:xfrm>
        </p:grpSpPr>
        <p:sp>
          <p:nvSpPr>
            <p:cNvPr id="25" name="object 25" descr=""/>
            <p:cNvSpPr/>
            <p:nvPr/>
          </p:nvSpPr>
          <p:spPr>
            <a:xfrm>
              <a:off x="6117335" y="3688079"/>
              <a:ext cx="5511165" cy="1435735"/>
            </a:xfrm>
            <a:custGeom>
              <a:avLst/>
              <a:gdLst/>
              <a:ahLst/>
              <a:cxnLst/>
              <a:rect l="l" t="t" r="r" b="b"/>
              <a:pathLst>
                <a:path w="5511165" h="1435735">
                  <a:moveTo>
                    <a:pt x="5510783" y="1435607"/>
                  </a:moveTo>
                  <a:lnTo>
                    <a:pt x="0" y="1435607"/>
                  </a:lnTo>
                  <a:lnTo>
                    <a:pt x="0" y="0"/>
                  </a:lnTo>
                  <a:lnTo>
                    <a:pt x="5510783" y="0"/>
                  </a:lnTo>
                  <a:lnTo>
                    <a:pt x="5510783" y="74294"/>
                  </a:lnTo>
                  <a:lnTo>
                    <a:pt x="216788" y="74294"/>
                  </a:lnTo>
                  <a:lnTo>
                    <a:pt x="206467" y="74793"/>
                  </a:lnTo>
                  <a:lnTo>
                    <a:pt x="167347" y="86680"/>
                  </a:lnTo>
                  <a:lnTo>
                    <a:pt x="135755" y="112633"/>
                  </a:lnTo>
                  <a:lnTo>
                    <a:pt x="116499" y="148700"/>
                  </a:lnTo>
                  <a:lnTo>
                    <a:pt x="112013" y="179069"/>
                  </a:lnTo>
                  <a:lnTo>
                    <a:pt x="112013" y="1179194"/>
                  </a:lnTo>
                  <a:lnTo>
                    <a:pt x="119989" y="1219289"/>
                  </a:lnTo>
                  <a:lnTo>
                    <a:pt x="142701" y="1253281"/>
                  </a:lnTo>
                  <a:lnTo>
                    <a:pt x="176692" y="1275993"/>
                  </a:lnTo>
                  <a:lnTo>
                    <a:pt x="216788" y="1283969"/>
                  </a:lnTo>
                  <a:lnTo>
                    <a:pt x="5510783" y="1283969"/>
                  </a:lnTo>
                  <a:lnTo>
                    <a:pt x="5510783" y="1435607"/>
                  </a:lnTo>
                  <a:close/>
                </a:path>
                <a:path w="5511165" h="1435735">
                  <a:moveTo>
                    <a:pt x="5510783" y="1283969"/>
                  </a:moveTo>
                  <a:lnTo>
                    <a:pt x="5293613" y="1283969"/>
                  </a:lnTo>
                  <a:lnTo>
                    <a:pt x="5303934" y="1283471"/>
                  </a:lnTo>
                  <a:lnTo>
                    <a:pt x="5314057" y="1281975"/>
                  </a:lnTo>
                  <a:lnTo>
                    <a:pt x="5351833" y="1266327"/>
                  </a:lnTo>
                  <a:lnTo>
                    <a:pt x="5380746" y="1237414"/>
                  </a:lnTo>
                  <a:lnTo>
                    <a:pt x="5396393" y="1199638"/>
                  </a:lnTo>
                  <a:lnTo>
                    <a:pt x="5398388" y="1179194"/>
                  </a:lnTo>
                  <a:lnTo>
                    <a:pt x="5398388" y="179069"/>
                  </a:lnTo>
                  <a:lnTo>
                    <a:pt x="5390411" y="138973"/>
                  </a:lnTo>
                  <a:lnTo>
                    <a:pt x="5367700" y="104982"/>
                  </a:lnTo>
                  <a:lnTo>
                    <a:pt x="5333708" y="82269"/>
                  </a:lnTo>
                  <a:lnTo>
                    <a:pt x="5293613" y="74294"/>
                  </a:lnTo>
                  <a:lnTo>
                    <a:pt x="5510783" y="74294"/>
                  </a:lnTo>
                  <a:lnTo>
                    <a:pt x="5510783" y="1283969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6219824" y="3752849"/>
              <a:ext cx="5305425" cy="1228725"/>
            </a:xfrm>
            <a:custGeom>
              <a:avLst/>
              <a:gdLst/>
              <a:ahLst/>
              <a:cxnLst/>
              <a:rect l="l" t="t" r="r" b="b"/>
              <a:pathLst>
                <a:path w="5305425" h="1228725">
                  <a:moveTo>
                    <a:pt x="5198630" y="1228724"/>
                  </a:moveTo>
                  <a:lnTo>
                    <a:pt x="106795" y="1228724"/>
                  </a:lnTo>
                  <a:lnTo>
                    <a:pt x="99361" y="1227992"/>
                  </a:lnTo>
                  <a:lnTo>
                    <a:pt x="57038" y="1213631"/>
                  </a:lnTo>
                  <a:lnTo>
                    <a:pt x="23431" y="1184166"/>
                  </a:lnTo>
                  <a:lnTo>
                    <a:pt x="3659" y="1144084"/>
                  </a:lnTo>
                  <a:lnTo>
                    <a:pt x="0" y="1121929"/>
                  </a:lnTo>
                  <a:lnTo>
                    <a:pt x="0" y="1114424"/>
                  </a:lnTo>
                  <a:lnTo>
                    <a:pt x="0" y="106794"/>
                  </a:lnTo>
                  <a:lnTo>
                    <a:pt x="11571" y="63625"/>
                  </a:lnTo>
                  <a:lnTo>
                    <a:pt x="38784" y="28170"/>
                  </a:lnTo>
                  <a:lnTo>
                    <a:pt x="77492" y="5828"/>
                  </a:lnTo>
                  <a:lnTo>
                    <a:pt x="106795" y="0"/>
                  </a:lnTo>
                  <a:lnTo>
                    <a:pt x="5198630" y="0"/>
                  </a:lnTo>
                  <a:lnTo>
                    <a:pt x="5241797" y="11571"/>
                  </a:lnTo>
                  <a:lnTo>
                    <a:pt x="5277252" y="38784"/>
                  </a:lnTo>
                  <a:lnTo>
                    <a:pt x="5299595" y="77492"/>
                  </a:lnTo>
                  <a:lnTo>
                    <a:pt x="5305424" y="106794"/>
                  </a:lnTo>
                  <a:lnTo>
                    <a:pt x="5305424" y="1121929"/>
                  </a:lnTo>
                  <a:lnTo>
                    <a:pt x="5293851" y="1165098"/>
                  </a:lnTo>
                  <a:lnTo>
                    <a:pt x="5266638" y="1200553"/>
                  </a:lnTo>
                  <a:lnTo>
                    <a:pt x="5227931" y="1222895"/>
                  </a:lnTo>
                  <a:lnTo>
                    <a:pt x="5206062" y="1227992"/>
                  </a:lnTo>
                  <a:lnTo>
                    <a:pt x="5198630" y="1228724"/>
                  </a:lnTo>
                  <a:close/>
                </a:path>
              </a:pathLst>
            </a:custGeom>
            <a:solidFill>
              <a:srgbClr val="F1F7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6410324" y="3943349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2" y="568407"/>
                  </a:lnTo>
                  <a:lnTo>
                    <a:pt x="202800" y="559195"/>
                  </a:lnTo>
                  <a:lnTo>
                    <a:pt x="163575" y="544064"/>
                  </a:lnTo>
                  <a:lnTo>
                    <a:pt x="126994" y="523341"/>
                  </a:lnTo>
                  <a:lnTo>
                    <a:pt x="93851" y="497476"/>
                  </a:lnTo>
                  <a:lnTo>
                    <a:pt x="64862" y="467027"/>
                  </a:lnTo>
                  <a:lnTo>
                    <a:pt x="40653" y="432654"/>
                  </a:lnTo>
                  <a:lnTo>
                    <a:pt x="21751" y="395101"/>
                  </a:lnTo>
                  <a:lnTo>
                    <a:pt x="8562" y="355181"/>
                  </a:lnTo>
                  <a:lnTo>
                    <a:pt x="1376" y="313758"/>
                  </a:lnTo>
                  <a:lnTo>
                    <a:pt x="0" y="285749"/>
                  </a:lnTo>
                  <a:lnTo>
                    <a:pt x="344" y="271729"/>
                  </a:lnTo>
                  <a:lnTo>
                    <a:pt x="5489" y="230002"/>
                  </a:lnTo>
                  <a:lnTo>
                    <a:pt x="16703" y="189483"/>
                  </a:lnTo>
                  <a:lnTo>
                    <a:pt x="33740" y="151047"/>
                  </a:lnTo>
                  <a:lnTo>
                    <a:pt x="56232" y="115528"/>
                  </a:lnTo>
                  <a:lnTo>
                    <a:pt x="83693" y="83693"/>
                  </a:lnTo>
                  <a:lnTo>
                    <a:pt x="115528" y="56233"/>
                  </a:lnTo>
                  <a:lnTo>
                    <a:pt x="151047" y="33740"/>
                  </a:lnTo>
                  <a:lnTo>
                    <a:pt x="189482" y="16703"/>
                  </a:lnTo>
                  <a:lnTo>
                    <a:pt x="230002" y="5490"/>
                  </a:lnTo>
                  <a:lnTo>
                    <a:pt x="271729" y="344"/>
                  </a:lnTo>
                  <a:lnTo>
                    <a:pt x="285749" y="0"/>
                  </a:lnTo>
                  <a:lnTo>
                    <a:pt x="299771" y="344"/>
                  </a:lnTo>
                  <a:lnTo>
                    <a:pt x="341496" y="5490"/>
                  </a:lnTo>
                  <a:lnTo>
                    <a:pt x="382015" y="16703"/>
                  </a:lnTo>
                  <a:lnTo>
                    <a:pt x="420452" y="33740"/>
                  </a:lnTo>
                  <a:lnTo>
                    <a:pt x="455971" y="56232"/>
                  </a:lnTo>
                  <a:lnTo>
                    <a:pt x="487805" y="83693"/>
                  </a:lnTo>
                  <a:lnTo>
                    <a:pt x="515266" y="115528"/>
                  </a:lnTo>
                  <a:lnTo>
                    <a:pt x="537758" y="151048"/>
                  </a:lnTo>
                  <a:lnTo>
                    <a:pt x="554795" y="189483"/>
                  </a:lnTo>
                  <a:lnTo>
                    <a:pt x="566008" y="230002"/>
                  </a:lnTo>
                  <a:lnTo>
                    <a:pt x="571155" y="271729"/>
                  </a:lnTo>
                  <a:lnTo>
                    <a:pt x="571499" y="285749"/>
                  </a:lnTo>
                  <a:lnTo>
                    <a:pt x="571155" y="299771"/>
                  </a:lnTo>
                  <a:lnTo>
                    <a:pt x="566008" y="341496"/>
                  </a:lnTo>
                  <a:lnTo>
                    <a:pt x="554795" y="382015"/>
                  </a:lnTo>
                  <a:lnTo>
                    <a:pt x="537758" y="420450"/>
                  </a:lnTo>
                  <a:lnTo>
                    <a:pt x="515266" y="455970"/>
                  </a:lnTo>
                  <a:lnTo>
                    <a:pt x="487805" y="487805"/>
                  </a:lnTo>
                  <a:lnTo>
                    <a:pt x="455971" y="515266"/>
                  </a:lnTo>
                  <a:lnTo>
                    <a:pt x="420452" y="537758"/>
                  </a:lnTo>
                  <a:lnTo>
                    <a:pt x="382015" y="554796"/>
                  </a:lnTo>
                  <a:lnTo>
                    <a:pt x="341496" y="566008"/>
                  </a:lnTo>
                  <a:lnTo>
                    <a:pt x="299771" y="571155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77012" y="4114799"/>
              <a:ext cx="228600" cy="228600"/>
            </a:xfrm>
            <a:prstGeom prst="rect">
              <a:avLst/>
            </a:prstGeom>
          </p:spPr>
        </p:pic>
      </p:grpSp>
      <p:sp>
        <p:nvSpPr>
          <p:cNvPr id="29" name="object 29" descr=""/>
          <p:cNvSpPr txBox="1"/>
          <p:nvPr/>
        </p:nvSpPr>
        <p:spPr>
          <a:xfrm>
            <a:off x="7154862" y="3788409"/>
            <a:ext cx="3820160" cy="992505"/>
          </a:xfrm>
          <a:prstGeom prst="rect">
            <a:avLst/>
          </a:prstGeom>
        </p:spPr>
        <p:txBody>
          <a:bodyPr wrap="square" lIns="0" tIns="154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dirty="0" sz="1800" spc="-10" b="1">
                <a:solidFill>
                  <a:srgbClr val="2E7D32"/>
                </a:solidFill>
                <a:latin typeface="Tahoma"/>
                <a:cs typeface="Tahoma"/>
              </a:rPr>
              <a:t>Admin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15700"/>
              </a:lnSpc>
              <a:spcBef>
                <a:spcPts val="585"/>
              </a:spcBef>
            </a:pPr>
            <a:r>
              <a:rPr dirty="0" sz="1350" spc="-25">
                <a:latin typeface="Tahoma"/>
                <a:cs typeface="Tahoma"/>
              </a:rPr>
              <a:t>Monitor</a:t>
            </a:r>
            <a:r>
              <a:rPr dirty="0" sz="1350" spc="-105">
                <a:latin typeface="Tahoma"/>
                <a:cs typeface="Tahoma"/>
              </a:rPr>
              <a:t> </a:t>
            </a:r>
            <a:r>
              <a:rPr dirty="0" sz="1350" spc="-25">
                <a:latin typeface="Tahoma"/>
                <a:cs typeface="Tahoma"/>
              </a:rPr>
              <a:t>donations,</a:t>
            </a:r>
            <a:r>
              <a:rPr dirty="0" sz="1350" spc="-100">
                <a:latin typeface="Tahoma"/>
                <a:cs typeface="Tahoma"/>
              </a:rPr>
              <a:t> </a:t>
            </a:r>
            <a:r>
              <a:rPr dirty="0" sz="1350" spc="-50">
                <a:latin typeface="Tahoma"/>
                <a:cs typeface="Tahoma"/>
              </a:rPr>
              <a:t>manage</a:t>
            </a:r>
            <a:r>
              <a:rPr dirty="0" sz="1350" spc="-100">
                <a:latin typeface="Tahoma"/>
                <a:cs typeface="Tahoma"/>
              </a:rPr>
              <a:t> </a:t>
            </a:r>
            <a:r>
              <a:rPr dirty="0" sz="1350" spc="-50">
                <a:latin typeface="Tahoma"/>
                <a:cs typeface="Tahoma"/>
              </a:rPr>
              <a:t>users,</a:t>
            </a:r>
            <a:r>
              <a:rPr dirty="0" sz="1350" spc="-105">
                <a:latin typeface="Tahoma"/>
                <a:cs typeface="Tahoma"/>
              </a:rPr>
              <a:t> </a:t>
            </a:r>
            <a:r>
              <a:rPr dirty="0" sz="1350" spc="-40">
                <a:latin typeface="Tahoma"/>
                <a:cs typeface="Tahoma"/>
              </a:rPr>
              <a:t>moderate</a:t>
            </a:r>
            <a:r>
              <a:rPr dirty="0" sz="1350" spc="-100">
                <a:latin typeface="Tahoma"/>
                <a:cs typeface="Tahoma"/>
              </a:rPr>
              <a:t> </a:t>
            </a:r>
            <a:r>
              <a:rPr dirty="0" sz="1350" spc="-20">
                <a:latin typeface="Tahoma"/>
                <a:cs typeface="Tahoma"/>
              </a:rPr>
              <a:t>content, </a:t>
            </a:r>
            <a:r>
              <a:rPr dirty="0" sz="1350" spc="-30">
                <a:latin typeface="Tahoma"/>
                <a:cs typeface="Tahoma"/>
              </a:rPr>
              <a:t>track</a:t>
            </a:r>
            <a:r>
              <a:rPr dirty="0" sz="1350" spc="-110">
                <a:latin typeface="Tahoma"/>
                <a:cs typeface="Tahoma"/>
              </a:rPr>
              <a:t> </a:t>
            </a:r>
            <a:r>
              <a:rPr dirty="0" sz="1350" spc="-10">
                <a:latin typeface="Tahoma"/>
                <a:cs typeface="Tahoma"/>
              </a:rPr>
              <a:t>metrics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1114424" y="6038849"/>
            <a:ext cx="571500" cy="28575"/>
          </a:xfrm>
          <a:custGeom>
            <a:avLst/>
            <a:gdLst/>
            <a:ahLst/>
            <a:cxnLst/>
            <a:rect l="l" t="t" r="r" b="b"/>
            <a:pathLst>
              <a:path w="571500" h="28575">
                <a:moveTo>
                  <a:pt x="571499" y="28574"/>
                </a:moveTo>
                <a:lnTo>
                  <a:pt x="0" y="28574"/>
                </a:lnTo>
                <a:lnTo>
                  <a:pt x="0" y="0"/>
                </a:lnTo>
                <a:lnTo>
                  <a:pt x="571499" y="0"/>
                </a:lnTo>
                <a:lnTo>
                  <a:pt x="571499" y="28574"/>
                </a:lnTo>
                <a:close/>
              </a:path>
            </a:pathLst>
          </a:custGeom>
          <a:solidFill>
            <a:srgbClr val="4BAF4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1" name="object 3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66749" y="5572124"/>
            <a:ext cx="304800" cy="209550"/>
          </a:xfrm>
          <a:prstGeom prst="rect">
            <a:avLst/>
          </a:prstGeom>
        </p:spPr>
      </p:pic>
      <p:sp>
        <p:nvSpPr>
          <p:cNvPr id="32" name="object 32" descr=""/>
          <p:cNvSpPr txBox="1"/>
          <p:nvPr/>
        </p:nvSpPr>
        <p:spPr>
          <a:xfrm>
            <a:off x="1101725" y="5492750"/>
            <a:ext cx="241109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200" b="1">
                <a:solidFill>
                  <a:srgbClr val="2E7D32"/>
                </a:solidFill>
                <a:latin typeface="Tahoma"/>
                <a:cs typeface="Tahoma"/>
              </a:rPr>
              <a:t>System</a:t>
            </a:r>
            <a:r>
              <a:rPr dirty="0" sz="2100" spc="-170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2100" spc="-160" b="1">
                <a:solidFill>
                  <a:srgbClr val="2E7D32"/>
                </a:solidFill>
                <a:latin typeface="Tahoma"/>
                <a:cs typeface="Tahoma"/>
              </a:rPr>
              <a:t>Environment</a:t>
            </a:r>
            <a:endParaRPr sz="2100">
              <a:latin typeface="Tahoma"/>
              <a:cs typeface="Tahoma"/>
            </a:endParaRPr>
          </a:p>
        </p:txBody>
      </p:sp>
      <p:grpSp>
        <p:nvGrpSpPr>
          <p:cNvPr id="33" name="object 33" descr=""/>
          <p:cNvGrpSpPr/>
          <p:nvPr/>
        </p:nvGrpSpPr>
        <p:grpSpPr>
          <a:xfrm>
            <a:off x="563879" y="6144767"/>
            <a:ext cx="5541645" cy="853440"/>
            <a:chOff x="563879" y="6144767"/>
            <a:chExt cx="5541645" cy="853440"/>
          </a:xfrm>
        </p:grpSpPr>
        <p:sp>
          <p:nvSpPr>
            <p:cNvPr id="34" name="object 34" descr=""/>
            <p:cNvSpPr/>
            <p:nvPr/>
          </p:nvSpPr>
          <p:spPr>
            <a:xfrm>
              <a:off x="563879" y="6144767"/>
              <a:ext cx="5541645" cy="853440"/>
            </a:xfrm>
            <a:custGeom>
              <a:avLst/>
              <a:gdLst/>
              <a:ahLst/>
              <a:cxnLst/>
              <a:rect l="l" t="t" r="r" b="b"/>
              <a:pathLst>
                <a:path w="5541645" h="853440">
                  <a:moveTo>
                    <a:pt x="5541263" y="853439"/>
                  </a:moveTo>
                  <a:lnTo>
                    <a:pt x="0" y="853439"/>
                  </a:lnTo>
                  <a:lnTo>
                    <a:pt x="0" y="0"/>
                  </a:lnTo>
                  <a:lnTo>
                    <a:pt x="5541263" y="0"/>
                  </a:lnTo>
                  <a:lnTo>
                    <a:pt x="5541263" y="75056"/>
                  </a:lnTo>
                  <a:lnTo>
                    <a:pt x="217169" y="75056"/>
                  </a:lnTo>
                  <a:lnTo>
                    <a:pt x="206848" y="75555"/>
                  </a:lnTo>
                  <a:lnTo>
                    <a:pt x="167729" y="87442"/>
                  </a:lnTo>
                  <a:lnTo>
                    <a:pt x="136136" y="113395"/>
                  </a:lnTo>
                  <a:lnTo>
                    <a:pt x="116881" y="149462"/>
                  </a:lnTo>
                  <a:lnTo>
                    <a:pt x="112394" y="179831"/>
                  </a:lnTo>
                  <a:lnTo>
                    <a:pt x="112394" y="598931"/>
                  </a:lnTo>
                  <a:lnTo>
                    <a:pt x="120370" y="639026"/>
                  </a:lnTo>
                  <a:lnTo>
                    <a:pt x="143082" y="673018"/>
                  </a:lnTo>
                  <a:lnTo>
                    <a:pt x="177074" y="695730"/>
                  </a:lnTo>
                  <a:lnTo>
                    <a:pt x="217169" y="703706"/>
                  </a:lnTo>
                  <a:lnTo>
                    <a:pt x="5541263" y="703706"/>
                  </a:lnTo>
                  <a:lnTo>
                    <a:pt x="5541263" y="853439"/>
                  </a:lnTo>
                  <a:close/>
                </a:path>
                <a:path w="5541645" h="853440">
                  <a:moveTo>
                    <a:pt x="5541263" y="703706"/>
                  </a:moveTo>
                  <a:lnTo>
                    <a:pt x="5322569" y="703706"/>
                  </a:lnTo>
                  <a:lnTo>
                    <a:pt x="5332890" y="703208"/>
                  </a:lnTo>
                  <a:lnTo>
                    <a:pt x="5343013" y="701712"/>
                  </a:lnTo>
                  <a:lnTo>
                    <a:pt x="5380789" y="686064"/>
                  </a:lnTo>
                  <a:lnTo>
                    <a:pt x="5409702" y="657152"/>
                  </a:lnTo>
                  <a:lnTo>
                    <a:pt x="5425350" y="619375"/>
                  </a:lnTo>
                  <a:lnTo>
                    <a:pt x="5427344" y="598931"/>
                  </a:lnTo>
                  <a:lnTo>
                    <a:pt x="5427344" y="179831"/>
                  </a:lnTo>
                  <a:lnTo>
                    <a:pt x="5419368" y="139735"/>
                  </a:lnTo>
                  <a:lnTo>
                    <a:pt x="5396656" y="105744"/>
                  </a:lnTo>
                  <a:lnTo>
                    <a:pt x="5362664" y="83032"/>
                  </a:lnTo>
                  <a:lnTo>
                    <a:pt x="5322569" y="75056"/>
                  </a:lnTo>
                  <a:lnTo>
                    <a:pt x="5541263" y="75056"/>
                  </a:lnTo>
                  <a:lnTo>
                    <a:pt x="5541263" y="703706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666749" y="6210299"/>
              <a:ext cx="5334000" cy="647700"/>
            </a:xfrm>
            <a:custGeom>
              <a:avLst/>
              <a:gdLst/>
              <a:ahLst/>
              <a:cxnLst/>
              <a:rect l="l" t="t" r="r" b="b"/>
              <a:pathLst>
                <a:path w="5334000" h="647700">
                  <a:moveTo>
                    <a:pt x="5227204" y="647699"/>
                  </a:moveTo>
                  <a:lnTo>
                    <a:pt x="106794" y="647699"/>
                  </a:lnTo>
                  <a:lnTo>
                    <a:pt x="99361" y="646968"/>
                  </a:lnTo>
                  <a:lnTo>
                    <a:pt x="57038" y="632606"/>
                  </a:lnTo>
                  <a:lnTo>
                    <a:pt x="23432" y="603141"/>
                  </a:lnTo>
                  <a:lnTo>
                    <a:pt x="3660" y="563059"/>
                  </a:lnTo>
                  <a:lnTo>
                    <a:pt x="0" y="540904"/>
                  </a:lnTo>
                  <a:lnTo>
                    <a:pt x="0" y="533399"/>
                  </a:lnTo>
                  <a:lnTo>
                    <a:pt x="0" y="106794"/>
                  </a:lnTo>
                  <a:lnTo>
                    <a:pt x="11572" y="63624"/>
                  </a:lnTo>
                  <a:lnTo>
                    <a:pt x="38784" y="28169"/>
                  </a:lnTo>
                  <a:lnTo>
                    <a:pt x="77492" y="5828"/>
                  </a:lnTo>
                  <a:lnTo>
                    <a:pt x="106794" y="0"/>
                  </a:lnTo>
                  <a:lnTo>
                    <a:pt x="5227204" y="0"/>
                  </a:lnTo>
                  <a:lnTo>
                    <a:pt x="5270373" y="11571"/>
                  </a:lnTo>
                  <a:lnTo>
                    <a:pt x="5305828" y="38783"/>
                  </a:lnTo>
                  <a:lnTo>
                    <a:pt x="5328170" y="77492"/>
                  </a:lnTo>
                  <a:lnTo>
                    <a:pt x="5333999" y="106794"/>
                  </a:lnTo>
                  <a:lnTo>
                    <a:pt x="5333999" y="540904"/>
                  </a:lnTo>
                  <a:lnTo>
                    <a:pt x="5322426" y="584074"/>
                  </a:lnTo>
                  <a:lnTo>
                    <a:pt x="5295214" y="619529"/>
                  </a:lnTo>
                  <a:lnTo>
                    <a:pt x="5256505" y="641871"/>
                  </a:lnTo>
                  <a:lnTo>
                    <a:pt x="5234637" y="646967"/>
                  </a:lnTo>
                  <a:lnTo>
                    <a:pt x="5227204" y="647699"/>
                  </a:lnTo>
                  <a:close/>
                </a:path>
              </a:pathLst>
            </a:custGeom>
            <a:solidFill>
              <a:srgbClr val="F1F7E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9474" y="6423024"/>
              <a:ext cx="222250" cy="222250"/>
            </a:xfrm>
            <a:prstGeom prst="rect">
              <a:avLst/>
            </a:prstGeom>
          </p:spPr>
        </p:pic>
      </p:grpSp>
      <p:sp>
        <p:nvSpPr>
          <p:cNvPr id="37" name="object 37" descr=""/>
          <p:cNvSpPr txBox="1"/>
          <p:nvPr/>
        </p:nvSpPr>
        <p:spPr>
          <a:xfrm>
            <a:off x="1254124" y="6407150"/>
            <a:ext cx="355219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80" b="1">
                <a:solidFill>
                  <a:srgbClr val="2E7D32"/>
                </a:solidFill>
                <a:latin typeface="Tahoma"/>
                <a:cs typeface="Tahoma"/>
              </a:rPr>
              <a:t>Web-</a:t>
            </a:r>
            <a:r>
              <a:rPr dirty="0" sz="1350" spc="-120" b="1">
                <a:solidFill>
                  <a:srgbClr val="2E7D32"/>
                </a:solidFill>
                <a:latin typeface="Tahoma"/>
                <a:cs typeface="Tahoma"/>
              </a:rPr>
              <a:t>based</a:t>
            </a:r>
            <a:r>
              <a:rPr dirty="0" sz="1350" spc="-65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350" spc="-110" b="1">
                <a:solidFill>
                  <a:srgbClr val="2E7D32"/>
                </a:solidFill>
                <a:latin typeface="Tahoma"/>
                <a:cs typeface="Tahoma"/>
              </a:rPr>
              <a:t>platform</a:t>
            </a:r>
            <a:r>
              <a:rPr dirty="0" sz="1350" spc="-55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latin typeface="Tahoma"/>
                <a:cs typeface="Tahoma"/>
              </a:rPr>
              <a:t>supporting</a:t>
            </a:r>
            <a:r>
              <a:rPr dirty="0" sz="1350" spc="-85">
                <a:latin typeface="Tahoma"/>
                <a:cs typeface="Tahoma"/>
              </a:rPr>
              <a:t> </a:t>
            </a:r>
            <a:r>
              <a:rPr dirty="0" sz="1350" spc="-10">
                <a:latin typeface="Tahoma"/>
                <a:cs typeface="Tahoma"/>
              </a:rPr>
              <a:t>multiple</a:t>
            </a:r>
            <a:r>
              <a:rPr dirty="0" sz="1350" spc="-85">
                <a:latin typeface="Tahoma"/>
                <a:cs typeface="Tahoma"/>
              </a:rPr>
              <a:t> </a:t>
            </a:r>
            <a:r>
              <a:rPr dirty="0" sz="1350" spc="-10">
                <a:latin typeface="Tahoma"/>
                <a:cs typeface="Tahoma"/>
              </a:rPr>
              <a:t>devices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38" name="object 38" descr=""/>
          <p:cNvGrpSpPr/>
          <p:nvPr/>
        </p:nvGrpSpPr>
        <p:grpSpPr>
          <a:xfrm>
            <a:off x="6086855" y="6144767"/>
            <a:ext cx="5541645" cy="853440"/>
            <a:chOff x="6086855" y="6144767"/>
            <a:chExt cx="5541645" cy="853440"/>
          </a:xfrm>
        </p:grpSpPr>
        <p:sp>
          <p:nvSpPr>
            <p:cNvPr id="39" name="object 39" descr=""/>
            <p:cNvSpPr/>
            <p:nvPr/>
          </p:nvSpPr>
          <p:spPr>
            <a:xfrm>
              <a:off x="6086855" y="6144767"/>
              <a:ext cx="5541645" cy="853440"/>
            </a:xfrm>
            <a:custGeom>
              <a:avLst/>
              <a:gdLst/>
              <a:ahLst/>
              <a:cxnLst/>
              <a:rect l="l" t="t" r="r" b="b"/>
              <a:pathLst>
                <a:path w="5541645" h="853440">
                  <a:moveTo>
                    <a:pt x="5541263" y="853439"/>
                  </a:moveTo>
                  <a:lnTo>
                    <a:pt x="0" y="853439"/>
                  </a:lnTo>
                  <a:lnTo>
                    <a:pt x="0" y="0"/>
                  </a:lnTo>
                  <a:lnTo>
                    <a:pt x="5541263" y="0"/>
                  </a:lnTo>
                  <a:lnTo>
                    <a:pt x="5541263" y="75056"/>
                  </a:lnTo>
                  <a:lnTo>
                    <a:pt x="218693" y="75056"/>
                  </a:lnTo>
                  <a:lnTo>
                    <a:pt x="208372" y="75555"/>
                  </a:lnTo>
                  <a:lnTo>
                    <a:pt x="169253" y="87442"/>
                  </a:lnTo>
                  <a:lnTo>
                    <a:pt x="137660" y="113395"/>
                  </a:lnTo>
                  <a:lnTo>
                    <a:pt x="118404" y="149462"/>
                  </a:lnTo>
                  <a:lnTo>
                    <a:pt x="113918" y="179831"/>
                  </a:lnTo>
                  <a:lnTo>
                    <a:pt x="113918" y="598931"/>
                  </a:lnTo>
                  <a:lnTo>
                    <a:pt x="121894" y="639026"/>
                  </a:lnTo>
                  <a:lnTo>
                    <a:pt x="144606" y="673018"/>
                  </a:lnTo>
                  <a:lnTo>
                    <a:pt x="178598" y="695730"/>
                  </a:lnTo>
                  <a:lnTo>
                    <a:pt x="218693" y="703706"/>
                  </a:lnTo>
                  <a:lnTo>
                    <a:pt x="5541263" y="703706"/>
                  </a:lnTo>
                  <a:lnTo>
                    <a:pt x="5541263" y="853439"/>
                  </a:lnTo>
                  <a:close/>
                </a:path>
                <a:path w="5541645" h="853440">
                  <a:moveTo>
                    <a:pt x="5541263" y="703706"/>
                  </a:moveTo>
                  <a:lnTo>
                    <a:pt x="5324093" y="703706"/>
                  </a:lnTo>
                  <a:lnTo>
                    <a:pt x="5334414" y="703208"/>
                  </a:lnTo>
                  <a:lnTo>
                    <a:pt x="5344537" y="701712"/>
                  </a:lnTo>
                  <a:lnTo>
                    <a:pt x="5382313" y="686064"/>
                  </a:lnTo>
                  <a:lnTo>
                    <a:pt x="5411226" y="657152"/>
                  </a:lnTo>
                  <a:lnTo>
                    <a:pt x="5426873" y="619375"/>
                  </a:lnTo>
                  <a:lnTo>
                    <a:pt x="5428868" y="598931"/>
                  </a:lnTo>
                  <a:lnTo>
                    <a:pt x="5428868" y="179831"/>
                  </a:lnTo>
                  <a:lnTo>
                    <a:pt x="5420891" y="139735"/>
                  </a:lnTo>
                  <a:lnTo>
                    <a:pt x="5398180" y="105744"/>
                  </a:lnTo>
                  <a:lnTo>
                    <a:pt x="5364188" y="83032"/>
                  </a:lnTo>
                  <a:lnTo>
                    <a:pt x="5324093" y="75056"/>
                  </a:lnTo>
                  <a:lnTo>
                    <a:pt x="5541263" y="75056"/>
                  </a:lnTo>
                  <a:lnTo>
                    <a:pt x="5541263" y="703706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6191249" y="6210299"/>
              <a:ext cx="5334000" cy="647700"/>
            </a:xfrm>
            <a:custGeom>
              <a:avLst/>
              <a:gdLst/>
              <a:ahLst/>
              <a:cxnLst/>
              <a:rect l="l" t="t" r="r" b="b"/>
              <a:pathLst>
                <a:path w="5334000" h="647700">
                  <a:moveTo>
                    <a:pt x="5227205" y="647699"/>
                  </a:moveTo>
                  <a:lnTo>
                    <a:pt x="106795" y="647699"/>
                  </a:lnTo>
                  <a:lnTo>
                    <a:pt x="99361" y="646968"/>
                  </a:lnTo>
                  <a:lnTo>
                    <a:pt x="57037" y="632606"/>
                  </a:lnTo>
                  <a:lnTo>
                    <a:pt x="23432" y="603141"/>
                  </a:lnTo>
                  <a:lnTo>
                    <a:pt x="3660" y="563059"/>
                  </a:lnTo>
                  <a:lnTo>
                    <a:pt x="0" y="540904"/>
                  </a:lnTo>
                  <a:lnTo>
                    <a:pt x="0" y="533399"/>
                  </a:lnTo>
                  <a:lnTo>
                    <a:pt x="0" y="106794"/>
                  </a:lnTo>
                  <a:lnTo>
                    <a:pt x="11572" y="63624"/>
                  </a:lnTo>
                  <a:lnTo>
                    <a:pt x="38783" y="28169"/>
                  </a:lnTo>
                  <a:lnTo>
                    <a:pt x="77492" y="5828"/>
                  </a:lnTo>
                  <a:lnTo>
                    <a:pt x="106795" y="0"/>
                  </a:lnTo>
                  <a:lnTo>
                    <a:pt x="5227205" y="0"/>
                  </a:lnTo>
                  <a:lnTo>
                    <a:pt x="5270372" y="11571"/>
                  </a:lnTo>
                  <a:lnTo>
                    <a:pt x="5305827" y="38783"/>
                  </a:lnTo>
                  <a:lnTo>
                    <a:pt x="5328170" y="77492"/>
                  </a:lnTo>
                  <a:lnTo>
                    <a:pt x="5333999" y="106794"/>
                  </a:lnTo>
                  <a:lnTo>
                    <a:pt x="5333999" y="540904"/>
                  </a:lnTo>
                  <a:lnTo>
                    <a:pt x="5322426" y="584074"/>
                  </a:lnTo>
                  <a:lnTo>
                    <a:pt x="5295213" y="619529"/>
                  </a:lnTo>
                  <a:lnTo>
                    <a:pt x="5256506" y="641871"/>
                  </a:lnTo>
                  <a:lnTo>
                    <a:pt x="5234637" y="646967"/>
                  </a:lnTo>
                  <a:lnTo>
                    <a:pt x="5227205" y="647699"/>
                  </a:lnTo>
                  <a:close/>
                </a:path>
              </a:pathLst>
            </a:custGeom>
            <a:solidFill>
              <a:srgbClr val="F1F7E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03974" y="6423024"/>
              <a:ext cx="222250" cy="222250"/>
            </a:xfrm>
            <a:prstGeom prst="rect">
              <a:avLst/>
            </a:prstGeom>
          </p:spPr>
        </p:pic>
      </p:grpSp>
      <p:sp>
        <p:nvSpPr>
          <p:cNvPr id="42" name="object 42" descr=""/>
          <p:cNvSpPr txBox="1"/>
          <p:nvPr/>
        </p:nvSpPr>
        <p:spPr>
          <a:xfrm>
            <a:off x="6778625" y="6407150"/>
            <a:ext cx="4062729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30" b="1">
                <a:solidFill>
                  <a:srgbClr val="2E7D32"/>
                </a:solidFill>
                <a:latin typeface="Tahoma"/>
                <a:cs typeface="Tahoma"/>
              </a:rPr>
              <a:t>Role-</a:t>
            </a:r>
            <a:r>
              <a:rPr dirty="0" sz="1350" spc="-100" b="1">
                <a:solidFill>
                  <a:srgbClr val="2E7D32"/>
                </a:solidFill>
                <a:latin typeface="Tahoma"/>
                <a:cs typeface="Tahoma"/>
              </a:rPr>
              <a:t>specific</a:t>
            </a:r>
            <a:r>
              <a:rPr dirty="0" sz="1350" spc="-95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350" spc="-130" b="1">
                <a:solidFill>
                  <a:srgbClr val="2E7D32"/>
                </a:solidFill>
                <a:latin typeface="Tahoma"/>
                <a:cs typeface="Tahoma"/>
              </a:rPr>
              <a:t>access</a:t>
            </a:r>
            <a:r>
              <a:rPr dirty="0" sz="1350" spc="-90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latin typeface="Tahoma"/>
                <a:cs typeface="Tahoma"/>
              </a:rPr>
              <a:t>with</a:t>
            </a:r>
            <a:r>
              <a:rPr dirty="0" sz="1350" spc="-120">
                <a:latin typeface="Tahoma"/>
                <a:cs typeface="Tahoma"/>
              </a:rPr>
              <a:t> </a:t>
            </a:r>
            <a:r>
              <a:rPr dirty="0" sz="1350" spc="-25">
                <a:latin typeface="Tahoma"/>
                <a:cs typeface="Tahoma"/>
              </a:rPr>
              <a:t>different</a:t>
            </a:r>
            <a:r>
              <a:rPr dirty="0" sz="1350" spc="-114">
                <a:latin typeface="Tahoma"/>
                <a:cs typeface="Tahoma"/>
              </a:rPr>
              <a:t> </a:t>
            </a:r>
            <a:r>
              <a:rPr dirty="0" sz="1350" spc="-45">
                <a:latin typeface="Tahoma"/>
                <a:cs typeface="Tahoma"/>
              </a:rPr>
              <a:t>features</a:t>
            </a:r>
            <a:r>
              <a:rPr dirty="0" sz="1350" spc="-120">
                <a:latin typeface="Tahoma"/>
                <a:cs typeface="Tahoma"/>
              </a:rPr>
              <a:t> </a:t>
            </a:r>
            <a:r>
              <a:rPr dirty="0" sz="1350" spc="-35">
                <a:latin typeface="Tahoma"/>
                <a:cs typeface="Tahoma"/>
              </a:rPr>
              <a:t>per</a:t>
            </a:r>
            <a:r>
              <a:rPr dirty="0" sz="1350" spc="-120">
                <a:latin typeface="Tahoma"/>
                <a:cs typeface="Tahoma"/>
              </a:rPr>
              <a:t> </a:t>
            </a:r>
            <a:r>
              <a:rPr dirty="0" sz="1350" spc="-40">
                <a:latin typeface="Tahoma"/>
                <a:cs typeface="Tahoma"/>
              </a:rPr>
              <a:t>user</a:t>
            </a:r>
            <a:r>
              <a:rPr dirty="0" sz="1350" spc="-114">
                <a:latin typeface="Tahoma"/>
                <a:cs typeface="Tahoma"/>
              </a:rPr>
              <a:t> </a:t>
            </a:r>
            <a:r>
              <a:rPr dirty="0" sz="1350" spc="-20">
                <a:latin typeface="Tahoma"/>
                <a:cs typeface="Tahoma"/>
              </a:rPr>
              <a:t>type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43" name="object 43" descr=""/>
          <p:cNvGrpSpPr/>
          <p:nvPr/>
        </p:nvGrpSpPr>
        <p:grpSpPr>
          <a:xfrm>
            <a:off x="563879" y="6982967"/>
            <a:ext cx="5541645" cy="853440"/>
            <a:chOff x="563879" y="6982967"/>
            <a:chExt cx="5541645" cy="853440"/>
          </a:xfrm>
        </p:grpSpPr>
        <p:sp>
          <p:nvSpPr>
            <p:cNvPr id="44" name="object 44" descr=""/>
            <p:cNvSpPr/>
            <p:nvPr/>
          </p:nvSpPr>
          <p:spPr>
            <a:xfrm>
              <a:off x="563879" y="6982967"/>
              <a:ext cx="5541645" cy="853440"/>
            </a:xfrm>
            <a:custGeom>
              <a:avLst/>
              <a:gdLst/>
              <a:ahLst/>
              <a:cxnLst/>
              <a:rect l="l" t="t" r="r" b="b"/>
              <a:pathLst>
                <a:path w="5541645" h="853440">
                  <a:moveTo>
                    <a:pt x="5541263" y="853439"/>
                  </a:moveTo>
                  <a:lnTo>
                    <a:pt x="0" y="853439"/>
                  </a:lnTo>
                  <a:lnTo>
                    <a:pt x="0" y="0"/>
                  </a:lnTo>
                  <a:lnTo>
                    <a:pt x="5541263" y="0"/>
                  </a:lnTo>
                  <a:lnTo>
                    <a:pt x="5541263" y="75056"/>
                  </a:lnTo>
                  <a:lnTo>
                    <a:pt x="217169" y="75056"/>
                  </a:lnTo>
                  <a:lnTo>
                    <a:pt x="206848" y="75555"/>
                  </a:lnTo>
                  <a:lnTo>
                    <a:pt x="167729" y="87442"/>
                  </a:lnTo>
                  <a:lnTo>
                    <a:pt x="136136" y="113395"/>
                  </a:lnTo>
                  <a:lnTo>
                    <a:pt x="116881" y="149462"/>
                  </a:lnTo>
                  <a:lnTo>
                    <a:pt x="112394" y="179831"/>
                  </a:lnTo>
                  <a:lnTo>
                    <a:pt x="112394" y="598931"/>
                  </a:lnTo>
                  <a:lnTo>
                    <a:pt x="120370" y="639026"/>
                  </a:lnTo>
                  <a:lnTo>
                    <a:pt x="143082" y="673018"/>
                  </a:lnTo>
                  <a:lnTo>
                    <a:pt x="177074" y="695729"/>
                  </a:lnTo>
                  <a:lnTo>
                    <a:pt x="217169" y="703706"/>
                  </a:lnTo>
                  <a:lnTo>
                    <a:pt x="5541263" y="703706"/>
                  </a:lnTo>
                  <a:lnTo>
                    <a:pt x="5541263" y="853439"/>
                  </a:lnTo>
                  <a:close/>
                </a:path>
                <a:path w="5541645" h="853440">
                  <a:moveTo>
                    <a:pt x="5541263" y="703706"/>
                  </a:moveTo>
                  <a:lnTo>
                    <a:pt x="5322569" y="703706"/>
                  </a:lnTo>
                  <a:lnTo>
                    <a:pt x="5332890" y="703207"/>
                  </a:lnTo>
                  <a:lnTo>
                    <a:pt x="5343013" y="701711"/>
                  </a:lnTo>
                  <a:lnTo>
                    <a:pt x="5380789" y="686064"/>
                  </a:lnTo>
                  <a:lnTo>
                    <a:pt x="5409702" y="657152"/>
                  </a:lnTo>
                  <a:lnTo>
                    <a:pt x="5425350" y="619375"/>
                  </a:lnTo>
                  <a:lnTo>
                    <a:pt x="5427344" y="598931"/>
                  </a:lnTo>
                  <a:lnTo>
                    <a:pt x="5427344" y="179831"/>
                  </a:lnTo>
                  <a:lnTo>
                    <a:pt x="5419368" y="139735"/>
                  </a:lnTo>
                  <a:lnTo>
                    <a:pt x="5396656" y="105744"/>
                  </a:lnTo>
                  <a:lnTo>
                    <a:pt x="5362664" y="83032"/>
                  </a:lnTo>
                  <a:lnTo>
                    <a:pt x="5322569" y="75056"/>
                  </a:lnTo>
                  <a:lnTo>
                    <a:pt x="5541263" y="75056"/>
                  </a:lnTo>
                  <a:lnTo>
                    <a:pt x="5541263" y="703706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666749" y="7048499"/>
              <a:ext cx="5334000" cy="647700"/>
            </a:xfrm>
            <a:custGeom>
              <a:avLst/>
              <a:gdLst/>
              <a:ahLst/>
              <a:cxnLst/>
              <a:rect l="l" t="t" r="r" b="b"/>
              <a:pathLst>
                <a:path w="5334000" h="647700">
                  <a:moveTo>
                    <a:pt x="5227204" y="647699"/>
                  </a:moveTo>
                  <a:lnTo>
                    <a:pt x="106794" y="647699"/>
                  </a:lnTo>
                  <a:lnTo>
                    <a:pt x="99361" y="646967"/>
                  </a:lnTo>
                  <a:lnTo>
                    <a:pt x="57038" y="632605"/>
                  </a:lnTo>
                  <a:lnTo>
                    <a:pt x="23432" y="603141"/>
                  </a:lnTo>
                  <a:lnTo>
                    <a:pt x="3660" y="563058"/>
                  </a:lnTo>
                  <a:lnTo>
                    <a:pt x="0" y="540904"/>
                  </a:lnTo>
                  <a:lnTo>
                    <a:pt x="0" y="533399"/>
                  </a:lnTo>
                  <a:lnTo>
                    <a:pt x="0" y="106795"/>
                  </a:lnTo>
                  <a:lnTo>
                    <a:pt x="11572" y="63625"/>
                  </a:lnTo>
                  <a:lnTo>
                    <a:pt x="38784" y="28170"/>
                  </a:lnTo>
                  <a:lnTo>
                    <a:pt x="77492" y="5828"/>
                  </a:lnTo>
                  <a:lnTo>
                    <a:pt x="106794" y="0"/>
                  </a:lnTo>
                  <a:lnTo>
                    <a:pt x="5227204" y="0"/>
                  </a:lnTo>
                  <a:lnTo>
                    <a:pt x="5270373" y="11572"/>
                  </a:lnTo>
                  <a:lnTo>
                    <a:pt x="5305828" y="38784"/>
                  </a:lnTo>
                  <a:lnTo>
                    <a:pt x="5328170" y="77492"/>
                  </a:lnTo>
                  <a:lnTo>
                    <a:pt x="5333999" y="106795"/>
                  </a:lnTo>
                  <a:lnTo>
                    <a:pt x="5333999" y="540904"/>
                  </a:lnTo>
                  <a:lnTo>
                    <a:pt x="5322426" y="584073"/>
                  </a:lnTo>
                  <a:lnTo>
                    <a:pt x="5295214" y="619528"/>
                  </a:lnTo>
                  <a:lnTo>
                    <a:pt x="5256505" y="641871"/>
                  </a:lnTo>
                  <a:lnTo>
                    <a:pt x="5234637" y="646967"/>
                  </a:lnTo>
                  <a:lnTo>
                    <a:pt x="5227204" y="647699"/>
                  </a:lnTo>
                  <a:close/>
                </a:path>
              </a:pathLst>
            </a:custGeom>
            <a:solidFill>
              <a:srgbClr val="F1F7E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9474" y="7261224"/>
              <a:ext cx="222250" cy="222250"/>
            </a:xfrm>
            <a:prstGeom prst="rect">
              <a:avLst/>
            </a:prstGeom>
          </p:spPr>
        </p:pic>
      </p:grpSp>
      <p:sp>
        <p:nvSpPr>
          <p:cNvPr id="47" name="object 47" descr=""/>
          <p:cNvSpPr txBox="1"/>
          <p:nvPr/>
        </p:nvSpPr>
        <p:spPr>
          <a:xfrm>
            <a:off x="1254124" y="7245350"/>
            <a:ext cx="311340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40">
                <a:latin typeface="Tahoma"/>
                <a:cs typeface="Tahoma"/>
              </a:rPr>
              <a:t>Responsive</a:t>
            </a:r>
            <a:r>
              <a:rPr dirty="0" sz="1350" spc="-120">
                <a:latin typeface="Tahoma"/>
                <a:cs typeface="Tahoma"/>
              </a:rPr>
              <a:t> </a:t>
            </a:r>
            <a:r>
              <a:rPr dirty="0" sz="1350" spc="-35">
                <a:latin typeface="Tahoma"/>
                <a:cs typeface="Tahoma"/>
              </a:rPr>
              <a:t>design</a:t>
            </a:r>
            <a:r>
              <a:rPr dirty="0" sz="1350" spc="-120">
                <a:latin typeface="Tahoma"/>
                <a:cs typeface="Tahoma"/>
              </a:rPr>
              <a:t> </a:t>
            </a:r>
            <a:r>
              <a:rPr dirty="0" sz="1350" spc="-35">
                <a:latin typeface="Tahoma"/>
                <a:cs typeface="Tahoma"/>
              </a:rPr>
              <a:t>for</a:t>
            </a:r>
            <a:r>
              <a:rPr dirty="0" sz="1350" spc="-114">
                <a:latin typeface="Tahoma"/>
                <a:cs typeface="Tahoma"/>
              </a:rPr>
              <a:t> </a:t>
            </a:r>
            <a:r>
              <a:rPr dirty="0" sz="1350" spc="-25">
                <a:latin typeface="Tahoma"/>
                <a:cs typeface="Tahoma"/>
              </a:rPr>
              <a:t>different</a:t>
            </a:r>
            <a:r>
              <a:rPr dirty="0" sz="1350" spc="-120">
                <a:latin typeface="Tahoma"/>
                <a:cs typeface="Tahoma"/>
              </a:rPr>
              <a:t> </a:t>
            </a:r>
            <a:r>
              <a:rPr dirty="0" sz="1350" spc="-40">
                <a:latin typeface="Tahoma"/>
                <a:cs typeface="Tahoma"/>
              </a:rPr>
              <a:t>screen</a:t>
            </a:r>
            <a:r>
              <a:rPr dirty="0" sz="1350" spc="-114">
                <a:latin typeface="Tahoma"/>
                <a:cs typeface="Tahoma"/>
              </a:rPr>
              <a:t> </a:t>
            </a:r>
            <a:r>
              <a:rPr dirty="0" sz="1350" spc="-20">
                <a:latin typeface="Tahoma"/>
                <a:cs typeface="Tahoma"/>
              </a:rPr>
              <a:t>sizes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48" name="object 48" descr=""/>
          <p:cNvGrpSpPr/>
          <p:nvPr/>
        </p:nvGrpSpPr>
        <p:grpSpPr>
          <a:xfrm>
            <a:off x="6086855" y="6982967"/>
            <a:ext cx="5541645" cy="853440"/>
            <a:chOff x="6086855" y="6982967"/>
            <a:chExt cx="5541645" cy="853440"/>
          </a:xfrm>
        </p:grpSpPr>
        <p:sp>
          <p:nvSpPr>
            <p:cNvPr id="49" name="object 49" descr=""/>
            <p:cNvSpPr/>
            <p:nvPr/>
          </p:nvSpPr>
          <p:spPr>
            <a:xfrm>
              <a:off x="6086855" y="6982967"/>
              <a:ext cx="5541645" cy="853440"/>
            </a:xfrm>
            <a:custGeom>
              <a:avLst/>
              <a:gdLst/>
              <a:ahLst/>
              <a:cxnLst/>
              <a:rect l="l" t="t" r="r" b="b"/>
              <a:pathLst>
                <a:path w="5541645" h="853440">
                  <a:moveTo>
                    <a:pt x="5541263" y="853439"/>
                  </a:moveTo>
                  <a:lnTo>
                    <a:pt x="0" y="853439"/>
                  </a:lnTo>
                  <a:lnTo>
                    <a:pt x="0" y="0"/>
                  </a:lnTo>
                  <a:lnTo>
                    <a:pt x="5541263" y="0"/>
                  </a:lnTo>
                  <a:lnTo>
                    <a:pt x="5541263" y="75056"/>
                  </a:lnTo>
                  <a:lnTo>
                    <a:pt x="218693" y="75056"/>
                  </a:lnTo>
                  <a:lnTo>
                    <a:pt x="208372" y="75555"/>
                  </a:lnTo>
                  <a:lnTo>
                    <a:pt x="169253" y="87442"/>
                  </a:lnTo>
                  <a:lnTo>
                    <a:pt x="137660" y="113395"/>
                  </a:lnTo>
                  <a:lnTo>
                    <a:pt x="118404" y="149462"/>
                  </a:lnTo>
                  <a:lnTo>
                    <a:pt x="113918" y="179831"/>
                  </a:lnTo>
                  <a:lnTo>
                    <a:pt x="113918" y="598931"/>
                  </a:lnTo>
                  <a:lnTo>
                    <a:pt x="121894" y="639026"/>
                  </a:lnTo>
                  <a:lnTo>
                    <a:pt x="144606" y="673018"/>
                  </a:lnTo>
                  <a:lnTo>
                    <a:pt x="178598" y="695729"/>
                  </a:lnTo>
                  <a:lnTo>
                    <a:pt x="218693" y="703706"/>
                  </a:lnTo>
                  <a:lnTo>
                    <a:pt x="5541263" y="703706"/>
                  </a:lnTo>
                  <a:lnTo>
                    <a:pt x="5541263" y="853439"/>
                  </a:lnTo>
                  <a:close/>
                </a:path>
                <a:path w="5541645" h="853440">
                  <a:moveTo>
                    <a:pt x="5541263" y="703706"/>
                  </a:moveTo>
                  <a:lnTo>
                    <a:pt x="5324093" y="703706"/>
                  </a:lnTo>
                  <a:lnTo>
                    <a:pt x="5334414" y="703207"/>
                  </a:lnTo>
                  <a:lnTo>
                    <a:pt x="5344537" y="701711"/>
                  </a:lnTo>
                  <a:lnTo>
                    <a:pt x="5382313" y="686064"/>
                  </a:lnTo>
                  <a:lnTo>
                    <a:pt x="5411226" y="657152"/>
                  </a:lnTo>
                  <a:lnTo>
                    <a:pt x="5426873" y="619375"/>
                  </a:lnTo>
                  <a:lnTo>
                    <a:pt x="5428868" y="598931"/>
                  </a:lnTo>
                  <a:lnTo>
                    <a:pt x="5428868" y="179831"/>
                  </a:lnTo>
                  <a:lnTo>
                    <a:pt x="5420891" y="139735"/>
                  </a:lnTo>
                  <a:lnTo>
                    <a:pt x="5398180" y="105744"/>
                  </a:lnTo>
                  <a:lnTo>
                    <a:pt x="5364188" y="83032"/>
                  </a:lnTo>
                  <a:lnTo>
                    <a:pt x="5324093" y="75056"/>
                  </a:lnTo>
                  <a:lnTo>
                    <a:pt x="5541263" y="75056"/>
                  </a:lnTo>
                  <a:lnTo>
                    <a:pt x="5541263" y="703706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6191249" y="7048499"/>
              <a:ext cx="5334000" cy="647700"/>
            </a:xfrm>
            <a:custGeom>
              <a:avLst/>
              <a:gdLst/>
              <a:ahLst/>
              <a:cxnLst/>
              <a:rect l="l" t="t" r="r" b="b"/>
              <a:pathLst>
                <a:path w="5334000" h="647700">
                  <a:moveTo>
                    <a:pt x="5227205" y="647699"/>
                  </a:moveTo>
                  <a:lnTo>
                    <a:pt x="106795" y="647699"/>
                  </a:lnTo>
                  <a:lnTo>
                    <a:pt x="99361" y="646967"/>
                  </a:lnTo>
                  <a:lnTo>
                    <a:pt x="57037" y="632605"/>
                  </a:lnTo>
                  <a:lnTo>
                    <a:pt x="23432" y="603141"/>
                  </a:lnTo>
                  <a:lnTo>
                    <a:pt x="3660" y="563058"/>
                  </a:lnTo>
                  <a:lnTo>
                    <a:pt x="0" y="540904"/>
                  </a:lnTo>
                  <a:lnTo>
                    <a:pt x="0" y="533399"/>
                  </a:lnTo>
                  <a:lnTo>
                    <a:pt x="0" y="106795"/>
                  </a:lnTo>
                  <a:lnTo>
                    <a:pt x="11572" y="63625"/>
                  </a:lnTo>
                  <a:lnTo>
                    <a:pt x="38783" y="28170"/>
                  </a:lnTo>
                  <a:lnTo>
                    <a:pt x="77492" y="5828"/>
                  </a:lnTo>
                  <a:lnTo>
                    <a:pt x="106795" y="0"/>
                  </a:lnTo>
                  <a:lnTo>
                    <a:pt x="5227205" y="0"/>
                  </a:lnTo>
                  <a:lnTo>
                    <a:pt x="5270372" y="11572"/>
                  </a:lnTo>
                  <a:lnTo>
                    <a:pt x="5305827" y="38784"/>
                  </a:lnTo>
                  <a:lnTo>
                    <a:pt x="5328170" y="77492"/>
                  </a:lnTo>
                  <a:lnTo>
                    <a:pt x="5333999" y="106795"/>
                  </a:lnTo>
                  <a:lnTo>
                    <a:pt x="5333999" y="540904"/>
                  </a:lnTo>
                  <a:lnTo>
                    <a:pt x="5322426" y="584073"/>
                  </a:lnTo>
                  <a:lnTo>
                    <a:pt x="5295213" y="619528"/>
                  </a:lnTo>
                  <a:lnTo>
                    <a:pt x="5256506" y="641871"/>
                  </a:lnTo>
                  <a:lnTo>
                    <a:pt x="5234637" y="646967"/>
                  </a:lnTo>
                  <a:lnTo>
                    <a:pt x="5227205" y="647699"/>
                  </a:lnTo>
                  <a:close/>
                </a:path>
              </a:pathLst>
            </a:custGeom>
            <a:solidFill>
              <a:srgbClr val="F1F7E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03974" y="7261224"/>
              <a:ext cx="222250" cy="222250"/>
            </a:xfrm>
            <a:prstGeom prst="rect">
              <a:avLst/>
            </a:prstGeom>
          </p:spPr>
        </p:pic>
      </p:grpSp>
      <p:sp>
        <p:nvSpPr>
          <p:cNvPr id="52" name="object 52" descr=""/>
          <p:cNvSpPr txBox="1"/>
          <p:nvPr/>
        </p:nvSpPr>
        <p:spPr>
          <a:xfrm>
            <a:off x="6778625" y="7245350"/>
            <a:ext cx="210566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60">
                <a:latin typeface="Tahoma"/>
                <a:cs typeface="Tahoma"/>
              </a:rPr>
              <a:t>Real-</a:t>
            </a:r>
            <a:r>
              <a:rPr dirty="0" sz="1350" spc="-20">
                <a:latin typeface="Tahoma"/>
                <a:cs typeface="Tahoma"/>
              </a:rPr>
              <a:t>time</a:t>
            </a:r>
            <a:r>
              <a:rPr dirty="0" sz="1350" spc="-70">
                <a:latin typeface="Tahoma"/>
                <a:cs typeface="Tahoma"/>
              </a:rPr>
              <a:t> </a:t>
            </a:r>
            <a:r>
              <a:rPr dirty="0" sz="1350" spc="-20">
                <a:latin typeface="Tahoma"/>
                <a:cs typeface="Tahoma"/>
              </a:rPr>
              <a:t>notification</a:t>
            </a:r>
            <a:r>
              <a:rPr dirty="0" sz="1350" spc="-65">
                <a:latin typeface="Tahoma"/>
                <a:cs typeface="Tahoma"/>
              </a:rPr>
              <a:t> </a:t>
            </a:r>
            <a:r>
              <a:rPr dirty="0" sz="1350" spc="-25">
                <a:latin typeface="Tahoma"/>
                <a:cs typeface="Tahoma"/>
              </a:rPr>
              <a:t>system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25"/>
              <a:t>Requirement</a:t>
            </a:r>
            <a:r>
              <a:rPr dirty="0" spc="-195"/>
              <a:t> </a:t>
            </a:r>
            <a:r>
              <a:rPr dirty="0" spc="-160"/>
              <a:t>Specification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2149" y="1377949"/>
            <a:ext cx="254000" cy="25400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101725" y="1320800"/>
            <a:ext cx="290957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160" b="1">
                <a:solidFill>
                  <a:srgbClr val="2E7D32"/>
                </a:solidFill>
                <a:latin typeface="Tahoma"/>
                <a:cs typeface="Tahoma"/>
              </a:rPr>
              <a:t>Functional</a:t>
            </a:r>
            <a:r>
              <a:rPr dirty="0" sz="2100" spc="-140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2100" spc="-175" b="1">
                <a:solidFill>
                  <a:srgbClr val="2E7D32"/>
                </a:solidFill>
                <a:latin typeface="Tahoma"/>
                <a:cs typeface="Tahoma"/>
              </a:rPr>
              <a:t>Requirements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1114424" y="1914524"/>
            <a:ext cx="571500" cy="28575"/>
          </a:xfrm>
          <a:custGeom>
            <a:avLst/>
            <a:gdLst/>
            <a:ahLst/>
            <a:cxnLst/>
            <a:rect l="l" t="t" r="r" b="b"/>
            <a:pathLst>
              <a:path w="571500" h="28575">
                <a:moveTo>
                  <a:pt x="571499" y="28574"/>
                </a:moveTo>
                <a:lnTo>
                  <a:pt x="0" y="28574"/>
                </a:lnTo>
                <a:lnTo>
                  <a:pt x="0" y="0"/>
                </a:lnTo>
                <a:lnTo>
                  <a:pt x="571499" y="0"/>
                </a:lnTo>
                <a:lnTo>
                  <a:pt x="571499" y="28574"/>
                </a:lnTo>
                <a:close/>
              </a:path>
            </a:pathLst>
          </a:custGeom>
          <a:solidFill>
            <a:srgbClr val="4BAF4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 descr=""/>
          <p:cNvGrpSpPr/>
          <p:nvPr/>
        </p:nvGrpSpPr>
        <p:grpSpPr>
          <a:xfrm>
            <a:off x="563879" y="2069592"/>
            <a:ext cx="5398135" cy="6464935"/>
            <a:chOff x="563879" y="2069592"/>
            <a:chExt cx="5398135" cy="6464935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3879" y="2069592"/>
              <a:ext cx="5398007" cy="6464807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1549" y="2447924"/>
              <a:ext cx="190500" cy="171450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81074" y="3714749"/>
              <a:ext cx="171450" cy="190500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8849" y="5000624"/>
              <a:ext cx="206375" cy="190500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52499" y="6270624"/>
              <a:ext cx="228600" cy="196850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81074" y="7572374"/>
              <a:ext cx="171450" cy="171450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/>
          <p:nvPr/>
        </p:nvSpPr>
        <p:spPr>
          <a:xfrm>
            <a:off x="1435099" y="2186516"/>
            <a:ext cx="4182745" cy="6023610"/>
          </a:xfrm>
          <a:prstGeom prst="rect">
            <a:avLst/>
          </a:prstGeom>
        </p:spPr>
        <p:txBody>
          <a:bodyPr wrap="square" lIns="0" tIns="1181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dirty="0" sz="1500" spc="-130" b="1">
                <a:solidFill>
                  <a:srgbClr val="2E7D32"/>
                </a:solidFill>
                <a:latin typeface="Tahoma"/>
                <a:cs typeface="Tahoma"/>
              </a:rPr>
              <a:t>User</a:t>
            </a:r>
            <a:r>
              <a:rPr dirty="0" sz="1500" spc="-95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500" spc="-135" b="1">
                <a:solidFill>
                  <a:srgbClr val="2E7D32"/>
                </a:solidFill>
                <a:latin typeface="Tahoma"/>
                <a:cs typeface="Tahoma"/>
              </a:rPr>
              <a:t>Registration</a:t>
            </a:r>
            <a:r>
              <a:rPr dirty="0" sz="1500" spc="-90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500" spc="-229" b="1">
                <a:solidFill>
                  <a:srgbClr val="2E7D32"/>
                </a:solidFill>
                <a:latin typeface="Tahoma"/>
                <a:cs typeface="Tahoma"/>
              </a:rPr>
              <a:t>&amp;</a:t>
            </a:r>
            <a:r>
              <a:rPr dirty="0" sz="1500" spc="-95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500" spc="-45" b="1">
                <a:solidFill>
                  <a:srgbClr val="2E7D32"/>
                </a:solidFill>
                <a:latin typeface="Tahoma"/>
                <a:cs typeface="Tahoma"/>
              </a:rPr>
              <a:t>Authentication</a:t>
            </a:r>
            <a:endParaRPr sz="1500">
              <a:latin typeface="Tahoma"/>
              <a:cs typeface="Tahoma"/>
            </a:endParaRPr>
          </a:p>
          <a:p>
            <a:pPr marL="12700" marR="811530">
              <a:lnSpc>
                <a:spcPct val="115700"/>
              </a:lnSpc>
              <a:spcBef>
                <a:spcPts val="495"/>
              </a:spcBef>
            </a:pPr>
            <a:r>
              <a:rPr dirty="0" sz="1350" spc="-40">
                <a:latin typeface="Tahoma"/>
                <a:cs typeface="Tahoma"/>
              </a:rPr>
              <a:t>Email/OTP</a:t>
            </a:r>
            <a:r>
              <a:rPr dirty="0" sz="1350" spc="-114">
                <a:latin typeface="Tahoma"/>
                <a:cs typeface="Tahoma"/>
              </a:rPr>
              <a:t> </a:t>
            </a:r>
            <a:r>
              <a:rPr dirty="0" sz="1350" spc="-35">
                <a:latin typeface="Tahoma"/>
                <a:cs typeface="Tahoma"/>
              </a:rPr>
              <a:t>registration</a:t>
            </a:r>
            <a:r>
              <a:rPr dirty="0" sz="1350" spc="-110">
                <a:latin typeface="Tahoma"/>
                <a:cs typeface="Tahoma"/>
              </a:rPr>
              <a:t> </a:t>
            </a:r>
            <a:r>
              <a:rPr dirty="0" sz="1350" spc="-210">
                <a:latin typeface="Tahoma"/>
                <a:cs typeface="Tahoma"/>
              </a:rPr>
              <a:t>•</a:t>
            </a:r>
            <a:r>
              <a:rPr dirty="0" sz="1350" spc="-110">
                <a:latin typeface="Tahoma"/>
                <a:cs typeface="Tahoma"/>
              </a:rPr>
              <a:t> </a:t>
            </a:r>
            <a:r>
              <a:rPr dirty="0" sz="1350" spc="-35">
                <a:latin typeface="Tahoma"/>
                <a:cs typeface="Tahoma"/>
              </a:rPr>
              <a:t>Role</a:t>
            </a:r>
            <a:r>
              <a:rPr dirty="0" sz="1350" spc="-110">
                <a:latin typeface="Tahoma"/>
                <a:cs typeface="Tahoma"/>
              </a:rPr>
              <a:t> </a:t>
            </a:r>
            <a:r>
              <a:rPr dirty="0" sz="1350" spc="-20">
                <a:latin typeface="Tahoma"/>
                <a:cs typeface="Tahoma"/>
              </a:rPr>
              <a:t>selection</a:t>
            </a:r>
            <a:r>
              <a:rPr dirty="0" sz="1350" spc="-110">
                <a:latin typeface="Tahoma"/>
                <a:cs typeface="Tahoma"/>
              </a:rPr>
              <a:t> </a:t>
            </a:r>
            <a:r>
              <a:rPr dirty="0" sz="1350" spc="-210">
                <a:latin typeface="Tahoma"/>
                <a:cs typeface="Tahoma"/>
              </a:rPr>
              <a:t>•</a:t>
            </a:r>
            <a:r>
              <a:rPr dirty="0" sz="1350" spc="-110">
                <a:latin typeface="Tahoma"/>
                <a:cs typeface="Tahoma"/>
              </a:rPr>
              <a:t> </a:t>
            </a:r>
            <a:r>
              <a:rPr dirty="0" sz="1350" spc="-25">
                <a:latin typeface="Tahoma"/>
                <a:cs typeface="Tahoma"/>
              </a:rPr>
              <a:t>Secure </a:t>
            </a:r>
            <a:r>
              <a:rPr dirty="0" sz="1350" spc="-10">
                <a:latin typeface="Tahoma"/>
                <a:cs typeface="Tahoma"/>
              </a:rPr>
              <a:t>authentication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50"/>
              </a:spcBef>
            </a:pP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500" spc="-125" b="1">
                <a:solidFill>
                  <a:srgbClr val="2E7D32"/>
                </a:solidFill>
                <a:latin typeface="Tahoma"/>
                <a:cs typeface="Tahoma"/>
              </a:rPr>
              <a:t>Donation</a:t>
            </a:r>
            <a:r>
              <a:rPr dirty="0" sz="1500" spc="-100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500" spc="-50" b="1">
                <a:solidFill>
                  <a:srgbClr val="2E7D32"/>
                </a:solidFill>
                <a:latin typeface="Tahoma"/>
                <a:cs typeface="Tahoma"/>
              </a:rPr>
              <a:t>Management</a:t>
            </a:r>
            <a:endParaRPr sz="1500">
              <a:latin typeface="Tahoma"/>
              <a:cs typeface="Tahoma"/>
            </a:endParaRPr>
          </a:p>
          <a:p>
            <a:pPr marL="12700" marR="125730">
              <a:lnSpc>
                <a:spcPct val="120400"/>
              </a:lnSpc>
              <a:spcBef>
                <a:spcPts val="420"/>
              </a:spcBef>
            </a:pPr>
            <a:r>
              <a:rPr dirty="0" sz="1350" spc="-55">
                <a:latin typeface="Tahoma"/>
                <a:cs typeface="Tahoma"/>
              </a:rPr>
              <a:t>Create</a:t>
            </a:r>
            <a:r>
              <a:rPr dirty="0" sz="1350" spc="-114">
                <a:latin typeface="Tahoma"/>
                <a:cs typeface="Tahoma"/>
              </a:rPr>
              <a:t> </a:t>
            </a:r>
            <a:r>
              <a:rPr dirty="0" sz="1350" spc="-20">
                <a:latin typeface="Tahoma"/>
                <a:cs typeface="Tahoma"/>
              </a:rPr>
              <a:t>donations</a:t>
            </a:r>
            <a:r>
              <a:rPr dirty="0" sz="1350" spc="-110">
                <a:latin typeface="Tahoma"/>
                <a:cs typeface="Tahoma"/>
              </a:rPr>
              <a:t> </a:t>
            </a:r>
            <a:r>
              <a:rPr dirty="0" sz="1350" spc="-210">
                <a:latin typeface="Tahoma"/>
                <a:cs typeface="Tahoma"/>
              </a:rPr>
              <a:t>•</a:t>
            </a:r>
            <a:r>
              <a:rPr dirty="0" sz="1350" spc="-114">
                <a:latin typeface="Tahoma"/>
                <a:cs typeface="Tahoma"/>
              </a:rPr>
              <a:t> </a:t>
            </a:r>
            <a:r>
              <a:rPr dirty="0" sz="1350" spc="-40">
                <a:latin typeface="Tahoma"/>
                <a:cs typeface="Tahoma"/>
              </a:rPr>
              <a:t>Assign</a:t>
            </a:r>
            <a:r>
              <a:rPr dirty="0" sz="1350" spc="-110">
                <a:latin typeface="Tahoma"/>
                <a:cs typeface="Tahoma"/>
              </a:rPr>
              <a:t> </a:t>
            </a:r>
            <a:r>
              <a:rPr dirty="0" sz="1350" spc="-20">
                <a:latin typeface="Tahoma"/>
                <a:cs typeface="Tahoma"/>
              </a:rPr>
              <a:t>to</a:t>
            </a:r>
            <a:r>
              <a:rPr dirty="0" sz="1350" spc="-114">
                <a:latin typeface="Tahoma"/>
                <a:cs typeface="Tahoma"/>
              </a:rPr>
              <a:t> </a:t>
            </a:r>
            <a:r>
              <a:rPr dirty="0" sz="1350" spc="-60">
                <a:latin typeface="Tahoma"/>
                <a:cs typeface="Tahoma"/>
              </a:rPr>
              <a:t>NGO</a:t>
            </a:r>
            <a:r>
              <a:rPr dirty="0" sz="1350" spc="-110">
                <a:latin typeface="Tahoma"/>
                <a:cs typeface="Tahoma"/>
              </a:rPr>
              <a:t> </a:t>
            </a:r>
            <a:r>
              <a:rPr dirty="0" sz="1350" spc="-210">
                <a:latin typeface="Tahoma"/>
                <a:cs typeface="Tahoma"/>
              </a:rPr>
              <a:t>•</a:t>
            </a:r>
            <a:r>
              <a:rPr dirty="0" sz="1350" spc="-114">
                <a:latin typeface="Tahoma"/>
                <a:cs typeface="Tahoma"/>
              </a:rPr>
              <a:t> </a:t>
            </a:r>
            <a:r>
              <a:rPr dirty="0" sz="1350" spc="-55">
                <a:latin typeface="Tahoma"/>
                <a:cs typeface="Tahoma"/>
              </a:rPr>
              <a:t>Receive</a:t>
            </a:r>
            <a:r>
              <a:rPr dirty="0" sz="1350" spc="-110">
                <a:latin typeface="Tahoma"/>
                <a:cs typeface="Tahoma"/>
              </a:rPr>
              <a:t> </a:t>
            </a:r>
            <a:r>
              <a:rPr dirty="0" sz="1350" spc="-20">
                <a:latin typeface="Tahoma"/>
                <a:cs typeface="Tahoma"/>
              </a:rPr>
              <a:t>notifications</a:t>
            </a:r>
            <a:r>
              <a:rPr dirty="0" sz="1350" spc="-114">
                <a:latin typeface="Tahoma"/>
                <a:cs typeface="Tahoma"/>
              </a:rPr>
              <a:t> </a:t>
            </a:r>
            <a:r>
              <a:rPr dirty="0" sz="1350" spc="-90">
                <a:latin typeface="Tahoma"/>
                <a:cs typeface="Tahoma"/>
              </a:rPr>
              <a:t>• </a:t>
            </a:r>
            <a:r>
              <a:rPr dirty="0" sz="1350" spc="-60">
                <a:latin typeface="Tahoma"/>
                <a:cs typeface="Tahoma"/>
              </a:rPr>
              <a:t>Rate</a:t>
            </a:r>
            <a:r>
              <a:rPr dirty="0" sz="1350" spc="-125">
                <a:latin typeface="Tahoma"/>
                <a:cs typeface="Tahoma"/>
              </a:rPr>
              <a:t> </a:t>
            </a:r>
            <a:r>
              <a:rPr dirty="0" sz="1350" spc="-20">
                <a:latin typeface="Tahoma"/>
                <a:cs typeface="Tahoma"/>
              </a:rPr>
              <a:t>NGOs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45"/>
              </a:spcBef>
            </a:pP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500" spc="-175" b="1">
                <a:solidFill>
                  <a:srgbClr val="2E7D32"/>
                </a:solidFill>
                <a:latin typeface="Tahoma"/>
                <a:cs typeface="Tahoma"/>
              </a:rPr>
              <a:t>NGO</a:t>
            </a:r>
            <a:r>
              <a:rPr dirty="0" sz="1500" spc="-114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500" spc="-50" b="1">
                <a:solidFill>
                  <a:srgbClr val="2E7D32"/>
                </a:solidFill>
                <a:latin typeface="Tahoma"/>
                <a:cs typeface="Tahoma"/>
              </a:rPr>
              <a:t>Management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dirty="0" sz="1350" spc="-50">
                <a:latin typeface="Tahoma"/>
                <a:cs typeface="Tahoma"/>
              </a:rPr>
              <a:t>View</a:t>
            </a:r>
            <a:r>
              <a:rPr dirty="0" sz="1350" spc="-120">
                <a:latin typeface="Tahoma"/>
                <a:cs typeface="Tahoma"/>
              </a:rPr>
              <a:t> </a:t>
            </a:r>
            <a:r>
              <a:rPr dirty="0" sz="1350" spc="-40">
                <a:latin typeface="Tahoma"/>
                <a:cs typeface="Tahoma"/>
              </a:rPr>
              <a:t>nearby</a:t>
            </a:r>
            <a:r>
              <a:rPr dirty="0" sz="1350" spc="-120">
                <a:latin typeface="Tahoma"/>
                <a:cs typeface="Tahoma"/>
              </a:rPr>
              <a:t> </a:t>
            </a:r>
            <a:r>
              <a:rPr dirty="0" sz="1350" spc="-20">
                <a:latin typeface="Tahoma"/>
                <a:cs typeface="Tahoma"/>
              </a:rPr>
              <a:t>donations</a:t>
            </a:r>
            <a:r>
              <a:rPr dirty="0" sz="1350" spc="-120">
                <a:latin typeface="Tahoma"/>
                <a:cs typeface="Tahoma"/>
              </a:rPr>
              <a:t> </a:t>
            </a:r>
            <a:r>
              <a:rPr dirty="0" sz="1350" spc="-210">
                <a:latin typeface="Tahoma"/>
                <a:cs typeface="Tahoma"/>
              </a:rPr>
              <a:t>•</a:t>
            </a:r>
            <a:r>
              <a:rPr dirty="0" sz="1350" spc="-114">
                <a:latin typeface="Tahoma"/>
                <a:cs typeface="Tahoma"/>
              </a:rPr>
              <a:t> </a:t>
            </a:r>
            <a:r>
              <a:rPr dirty="0" sz="1350" spc="-35">
                <a:latin typeface="Tahoma"/>
                <a:cs typeface="Tahoma"/>
              </a:rPr>
              <a:t>Request/claim</a:t>
            </a:r>
            <a:r>
              <a:rPr dirty="0" sz="1350" spc="-120">
                <a:latin typeface="Tahoma"/>
                <a:cs typeface="Tahoma"/>
              </a:rPr>
              <a:t> </a:t>
            </a:r>
            <a:r>
              <a:rPr dirty="0" sz="1350" spc="-210">
                <a:latin typeface="Tahoma"/>
                <a:cs typeface="Tahoma"/>
              </a:rPr>
              <a:t>•</a:t>
            </a:r>
            <a:r>
              <a:rPr dirty="0" sz="1350" spc="-120">
                <a:latin typeface="Tahoma"/>
                <a:cs typeface="Tahoma"/>
              </a:rPr>
              <a:t> </a:t>
            </a:r>
            <a:r>
              <a:rPr dirty="0" sz="1350" spc="-40">
                <a:latin typeface="Tahoma"/>
                <a:cs typeface="Tahoma"/>
              </a:rPr>
              <a:t>Assign</a:t>
            </a:r>
            <a:r>
              <a:rPr dirty="0" sz="1350" spc="-120">
                <a:latin typeface="Tahoma"/>
                <a:cs typeface="Tahoma"/>
              </a:rPr>
              <a:t> </a:t>
            </a:r>
            <a:r>
              <a:rPr dirty="0" sz="1350" spc="-10">
                <a:latin typeface="Tahoma"/>
                <a:cs typeface="Tahoma"/>
              </a:rPr>
              <a:t>volunteers</a:t>
            </a:r>
            <a:endParaRPr sz="1350">
              <a:latin typeface="Tahoma"/>
              <a:cs typeface="Tahoma"/>
            </a:endParaRPr>
          </a:p>
          <a:p>
            <a:pPr marL="99060" indent="-90805">
              <a:lnSpc>
                <a:spcPct val="100000"/>
              </a:lnSpc>
              <a:spcBef>
                <a:spcPts val="254"/>
              </a:spcBef>
              <a:buChar char="•"/>
              <a:tabLst>
                <a:tab pos="99060" algn="l"/>
              </a:tabLst>
            </a:pPr>
            <a:r>
              <a:rPr dirty="0" sz="1350" spc="-25">
                <a:latin typeface="Tahoma"/>
                <a:cs typeface="Tahoma"/>
              </a:rPr>
              <a:t>Confirm</a:t>
            </a:r>
            <a:r>
              <a:rPr dirty="0" sz="1350" spc="-110">
                <a:latin typeface="Tahoma"/>
                <a:cs typeface="Tahoma"/>
              </a:rPr>
              <a:t> </a:t>
            </a:r>
            <a:r>
              <a:rPr dirty="0" sz="1350" spc="-10">
                <a:latin typeface="Tahoma"/>
                <a:cs typeface="Tahoma"/>
              </a:rPr>
              <a:t>delivery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45"/>
              </a:spcBef>
            </a:pP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500" spc="-130" b="1">
                <a:solidFill>
                  <a:srgbClr val="2E7D32"/>
                </a:solidFill>
                <a:latin typeface="Tahoma"/>
                <a:cs typeface="Tahoma"/>
              </a:rPr>
              <a:t>Volunteer</a:t>
            </a:r>
            <a:r>
              <a:rPr dirty="0" sz="1500" spc="-90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500" spc="-50" b="1">
                <a:solidFill>
                  <a:srgbClr val="2E7D32"/>
                </a:solidFill>
                <a:latin typeface="Tahoma"/>
                <a:cs typeface="Tahoma"/>
              </a:rPr>
              <a:t>Management</a:t>
            </a:r>
            <a:endParaRPr sz="1500">
              <a:latin typeface="Tahoma"/>
              <a:cs typeface="Tahoma"/>
            </a:endParaRPr>
          </a:p>
          <a:p>
            <a:pPr marL="12700" marR="341630">
              <a:lnSpc>
                <a:spcPct val="115700"/>
              </a:lnSpc>
              <a:spcBef>
                <a:spcPts val="495"/>
              </a:spcBef>
            </a:pPr>
            <a:r>
              <a:rPr dirty="0" sz="1350" spc="-50">
                <a:latin typeface="Tahoma"/>
                <a:cs typeface="Tahoma"/>
              </a:rPr>
              <a:t>View</a:t>
            </a:r>
            <a:r>
              <a:rPr dirty="0" sz="1350" spc="-125">
                <a:latin typeface="Tahoma"/>
                <a:cs typeface="Tahoma"/>
              </a:rPr>
              <a:t> </a:t>
            </a:r>
            <a:r>
              <a:rPr dirty="0" sz="1350" spc="-35">
                <a:latin typeface="Tahoma"/>
                <a:cs typeface="Tahoma"/>
              </a:rPr>
              <a:t>assigned</a:t>
            </a:r>
            <a:r>
              <a:rPr dirty="0" sz="1350" spc="-120">
                <a:latin typeface="Tahoma"/>
                <a:cs typeface="Tahoma"/>
              </a:rPr>
              <a:t> </a:t>
            </a:r>
            <a:r>
              <a:rPr dirty="0" sz="1350" spc="-20">
                <a:latin typeface="Tahoma"/>
                <a:cs typeface="Tahoma"/>
              </a:rPr>
              <a:t>donations</a:t>
            </a:r>
            <a:r>
              <a:rPr dirty="0" sz="1350" spc="-120">
                <a:latin typeface="Tahoma"/>
                <a:cs typeface="Tahoma"/>
              </a:rPr>
              <a:t> </a:t>
            </a:r>
            <a:r>
              <a:rPr dirty="0" sz="1350" spc="-210">
                <a:latin typeface="Tahoma"/>
                <a:cs typeface="Tahoma"/>
              </a:rPr>
              <a:t>•</a:t>
            </a:r>
            <a:r>
              <a:rPr dirty="0" sz="1350" spc="-120">
                <a:latin typeface="Tahoma"/>
                <a:cs typeface="Tahoma"/>
              </a:rPr>
              <a:t> </a:t>
            </a:r>
            <a:r>
              <a:rPr dirty="0" sz="1350" spc="-30">
                <a:latin typeface="Tahoma"/>
                <a:cs typeface="Tahoma"/>
              </a:rPr>
              <a:t>Complete</a:t>
            </a:r>
            <a:r>
              <a:rPr dirty="0" sz="1350" spc="-120">
                <a:latin typeface="Tahoma"/>
                <a:cs typeface="Tahoma"/>
              </a:rPr>
              <a:t> </a:t>
            </a:r>
            <a:r>
              <a:rPr dirty="0" sz="1350" spc="-20">
                <a:latin typeface="Tahoma"/>
                <a:cs typeface="Tahoma"/>
              </a:rPr>
              <a:t>pickups</a:t>
            </a:r>
            <a:r>
              <a:rPr dirty="0" sz="1350" spc="-120">
                <a:latin typeface="Tahoma"/>
                <a:cs typeface="Tahoma"/>
              </a:rPr>
              <a:t> </a:t>
            </a:r>
            <a:r>
              <a:rPr dirty="0" sz="1350" spc="-210">
                <a:latin typeface="Tahoma"/>
                <a:cs typeface="Tahoma"/>
              </a:rPr>
              <a:t>•</a:t>
            </a:r>
            <a:r>
              <a:rPr dirty="0" sz="1350" spc="-120">
                <a:latin typeface="Tahoma"/>
                <a:cs typeface="Tahoma"/>
              </a:rPr>
              <a:t> </a:t>
            </a:r>
            <a:r>
              <a:rPr dirty="0" sz="1350" spc="-10">
                <a:latin typeface="Tahoma"/>
                <a:cs typeface="Tahoma"/>
              </a:rPr>
              <a:t>Update </a:t>
            </a:r>
            <a:r>
              <a:rPr dirty="0" sz="1350" spc="-40">
                <a:latin typeface="Tahoma"/>
                <a:cs typeface="Tahoma"/>
              </a:rPr>
              <a:t>status</a:t>
            </a:r>
            <a:r>
              <a:rPr dirty="0" sz="1350" spc="-125">
                <a:latin typeface="Tahoma"/>
                <a:cs typeface="Tahoma"/>
              </a:rPr>
              <a:t> </a:t>
            </a:r>
            <a:r>
              <a:rPr dirty="0" sz="1350" spc="-210">
                <a:latin typeface="Tahoma"/>
                <a:cs typeface="Tahoma"/>
              </a:rPr>
              <a:t>•</a:t>
            </a:r>
            <a:r>
              <a:rPr dirty="0" sz="1350" spc="-120">
                <a:latin typeface="Tahoma"/>
                <a:cs typeface="Tahoma"/>
              </a:rPr>
              <a:t> </a:t>
            </a:r>
            <a:r>
              <a:rPr dirty="0" sz="1350" spc="-20">
                <a:latin typeface="Tahoma"/>
                <a:cs typeface="Tahoma"/>
              </a:rPr>
              <a:t>Upload</a:t>
            </a:r>
            <a:r>
              <a:rPr dirty="0" sz="1350" spc="-120">
                <a:latin typeface="Tahoma"/>
                <a:cs typeface="Tahoma"/>
              </a:rPr>
              <a:t> </a:t>
            </a:r>
            <a:r>
              <a:rPr dirty="0" sz="1350" spc="-20">
                <a:latin typeface="Tahoma"/>
                <a:cs typeface="Tahoma"/>
              </a:rPr>
              <a:t>proof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19"/>
              </a:spcBef>
            </a:pP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500" spc="-140" b="1">
                <a:solidFill>
                  <a:srgbClr val="2E7D32"/>
                </a:solidFill>
                <a:latin typeface="Tahoma"/>
                <a:cs typeface="Tahoma"/>
              </a:rPr>
              <a:t>Admin</a:t>
            </a:r>
            <a:r>
              <a:rPr dirty="0" sz="1500" spc="-95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500" spc="-25" b="1">
                <a:solidFill>
                  <a:srgbClr val="2E7D32"/>
                </a:solidFill>
                <a:latin typeface="Tahoma"/>
                <a:cs typeface="Tahoma"/>
              </a:rPr>
              <a:t>Dashboard</a:t>
            </a:r>
            <a:endParaRPr sz="1500">
              <a:latin typeface="Tahoma"/>
              <a:cs typeface="Tahoma"/>
            </a:endParaRPr>
          </a:p>
          <a:p>
            <a:pPr marL="12700" marR="76835">
              <a:lnSpc>
                <a:spcPct val="115700"/>
              </a:lnSpc>
              <a:spcBef>
                <a:spcPts val="495"/>
              </a:spcBef>
            </a:pPr>
            <a:r>
              <a:rPr dirty="0" sz="1350" spc="-50">
                <a:latin typeface="Tahoma"/>
                <a:cs typeface="Tahoma"/>
              </a:rPr>
              <a:t>Verify</a:t>
            </a:r>
            <a:r>
              <a:rPr dirty="0" sz="1350" spc="-120">
                <a:latin typeface="Tahoma"/>
                <a:cs typeface="Tahoma"/>
              </a:rPr>
              <a:t> </a:t>
            </a:r>
            <a:r>
              <a:rPr dirty="0" sz="1350" spc="-50">
                <a:latin typeface="Tahoma"/>
                <a:cs typeface="Tahoma"/>
              </a:rPr>
              <a:t>NGOs/users</a:t>
            </a:r>
            <a:r>
              <a:rPr dirty="0" sz="1350" spc="-114">
                <a:latin typeface="Tahoma"/>
                <a:cs typeface="Tahoma"/>
              </a:rPr>
              <a:t> </a:t>
            </a:r>
            <a:r>
              <a:rPr dirty="0" sz="1350" spc="-210">
                <a:latin typeface="Tahoma"/>
                <a:cs typeface="Tahoma"/>
              </a:rPr>
              <a:t>•</a:t>
            </a:r>
            <a:r>
              <a:rPr dirty="0" sz="1350" spc="-114">
                <a:latin typeface="Tahoma"/>
                <a:cs typeface="Tahoma"/>
              </a:rPr>
              <a:t> </a:t>
            </a:r>
            <a:r>
              <a:rPr dirty="0" sz="1350" spc="-25">
                <a:latin typeface="Tahoma"/>
                <a:cs typeface="Tahoma"/>
              </a:rPr>
              <a:t>Monitor</a:t>
            </a:r>
            <a:r>
              <a:rPr dirty="0" sz="1350" spc="-114">
                <a:latin typeface="Tahoma"/>
                <a:cs typeface="Tahoma"/>
              </a:rPr>
              <a:t> </a:t>
            </a:r>
            <a:r>
              <a:rPr dirty="0" sz="1350" spc="-20">
                <a:latin typeface="Tahoma"/>
                <a:cs typeface="Tahoma"/>
              </a:rPr>
              <a:t>donations</a:t>
            </a:r>
            <a:r>
              <a:rPr dirty="0" sz="1350" spc="-114">
                <a:latin typeface="Tahoma"/>
                <a:cs typeface="Tahoma"/>
              </a:rPr>
              <a:t> </a:t>
            </a:r>
            <a:r>
              <a:rPr dirty="0" sz="1350" spc="-210">
                <a:latin typeface="Tahoma"/>
                <a:cs typeface="Tahoma"/>
              </a:rPr>
              <a:t>•</a:t>
            </a:r>
            <a:r>
              <a:rPr dirty="0" sz="1350" spc="-114">
                <a:latin typeface="Tahoma"/>
                <a:cs typeface="Tahoma"/>
              </a:rPr>
              <a:t> </a:t>
            </a:r>
            <a:r>
              <a:rPr dirty="0" sz="1350" spc="-25">
                <a:latin typeface="Tahoma"/>
                <a:cs typeface="Tahoma"/>
              </a:rPr>
              <a:t>Handle</a:t>
            </a:r>
            <a:r>
              <a:rPr dirty="0" sz="1350" spc="-114">
                <a:latin typeface="Tahoma"/>
                <a:cs typeface="Tahoma"/>
              </a:rPr>
              <a:t> </a:t>
            </a:r>
            <a:r>
              <a:rPr dirty="0" sz="1350" spc="-25">
                <a:latin typeface="Tahoma"/>
                <a:cs typeface="Tahoma"/>
              </a:rPr>
              <a:t>disputes</a:t>
            </a:r>
            <a:r>
              <a:rPr dirty="0" sz="1350" spc="-114">
                <a:latin typeface="Tahoma"/>
                <a:cs typeface="Tahoma"/>
              </a:rPr>
              <a:t> </a:t>
            </a:r>
            <a:r>
              <a:rPr dirty="0" sz="1350" spc="-80">
                <a:latin typeface="Tahoma"/>
                <a:cs typeface="Tahoma"/>
              </a:rPr>
              <a:t>• </a:t>
            </a:r>
            <a:r>
              <a:rPr dirty="0" sz="1350" spc="-50">
                <a:latin typeface="Tahoma"/>
                <a:cs typeface="Tahoma"/>
              </a:rPr>
              <a:t>View</a:t>
            </a:r>
            <a:r>
              <a:rPr dirty="0" sz="1350" spc="-135">
                <a:latin typeface="Tahoma"/>
                <a:cs typeface="Tahoma"/>
              </a:rPr>
              <a:t> </a:t>
            </a:r>
            <a:r>
              <a:rPr dirty="0" sz="1350" spc="-10">
                <a:latin typeface="Tahoma"/>
                <a:cs typeface="Tahoma"/>
              </a:rPr>
              <a:t>metrics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359524" y="1403349"/>
            <a:ext cx="254000" cy="206375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6769100" y="1320800"/>
            <a:ext cx="3465829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204" b="1">
                <a:solidFill>
                  <a:srgbClr val="2E7D32"/>
                </a:solidFill>
                <a:latin typeface="Tahoma"/>
                <a:cs typeface="Tahoma"/>
              </a:rPr>
              <a:t>Non-</a:t>
            </a:r>
            <a:r>
              <a:rPr dirty="0" sz="2100" spc="-160" b="1">
                <a:solidFill>
                  <a:srgbClr val="2E7D32"/>
                </a:solidFill>
                <a:latin typeface="Tahoma"/>
                <a:cs typeface="Tahoma"/>
              </a:rPr>
              <a:t>Functional</a:t>
            </a:r>
            <a:r>
              <a:rPr dirty="0" sz="2100" spc="-114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2100" spc="-175" b="1">
                <a:solidFill>
                  <a:srgbClr val="2E7D32"/>
                </a:solidFill>
                <a:latin typeface="Tahoma"/>
                <a:cs typeface="Tahoma"/>
              </a:rPr>
              <a:t>Requirements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6781799" y="1914524"/>
            <a:ext cx="571500" cy="28575"/>
          </a:xfrm>
          <a:custGeom>
            <a:avLst/>
            <a:gdLst/>
            <a:ahLst/>
            <a:cxnLst/>
            <a:rect l="l" t="t" r="r" b="b"/>
            <a:pathLst>
              <a:path w="571500" h="28575">
                <a:moveTo>
                  <a:pt x="571499" y="28574"/>
                </a:moveTo>
                <a:lnTo>
                  <a:pt x="0" y="28574"/>
                </a:lnTo>
                <a:lnTo>
                  <a:pt x="0" y="0"/>
                </a:lnTo>
                <a:lnTo>
                  <a:pt x="571499" y="0"/>
                </a:lnTo>
                <a:lnTo>
                  <a:pt x="571499" y="28574"/>
                </a:lnTo>
                <a:close/>
              </a:path>
            </a:pathLst>
          </a:custGeom>
          <a:solidFill>
            <a:srgbClr val="4BAF4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7" name="object 17" descr=""/>
          <p:cNvGrpSpPr/>
          <p:nvPr/>
        </p:nvGrpSpPr>
        <p:grpSpPr>
          <a:xfrm>
            <a:off x="6230111" y="2069592"/>
            <a:ext cx="5398135" cy="6464935"/>
            <a:chOff x="6230111" y="2069592"/>
            <a:chExt cx="5398135" cy="6464935"/>
          </a:xfrm>
        </p:grpSpPr>
        <p:pic>
          <p:nvPicPr>
            <p:cNvPr id="18" name="object 1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30111" y="2069592"/>
              <a:ext cx="5398007" cy="6464807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683374" y="2447924"/>
              <a:ext cx="101600" cy="171450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48449" y="3749674"/>
              <a:ext cx="171450" cy="215900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648449" y="5095874"/>
              <a:ext cx="171450" cy="190500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638924" y="6419849"/>
              <a:ext cx="190500" cy="190500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638924" y="7543799"/>
              <a:ext cx="190500" cy="114300"/>
            </a:xfrm>
            <a:prstGeom prst="rect">
              <a:avLst/>
            </a:prstGeom>
          </p:spPr>
        </p:pic>
      </p:grpSp>
      <p:sp>
        <p:nvSpPr>
          <p:cNvPr id="24" name="object 24" descr=""/>
          <p:cNvSpPr txBox="1"/>
          <p:nvPr/>
        </p:nvSpPr>
        <p:spPr>
          <a:xfrm>
            <a:off x="7102475" y="2186516"/>
            <a:ext cx="4258945" cy="5975985"/>
          </a:xfrm>
          <a:prstGeom prst="rect">
            <a:avLst/>
          </a:prstGeom>
        </p:spPr>
        <p:txBody>
          <a:bodyPr wrap="square" lIns="0" tIns="1181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dirty="0" sz="1500" spc="-45" b="1">
                <a:solidFill>
                  <a:srgbClr val="2E7D32"/>
                </a:solidFill>
                <a:latin typeface="Tahoma"/>
                <a:cs typeface="Tahoma"/>
              </a:rPr>
              <a:t>Performance</a:t>
            </a:r>
            <a:endParaRPr sz="1500">
              <a:latin typeface="Tahoma"/>
              <a:cs typeface="Tahoma"/>
            </a:endParaRPr>
          </a:p>
          <a:p>
            <a:pPr marL="12700" marR="348615">
              <a:lnSpc>
                <a:spcPct val="115700"/>
              </a:lnSpc>
              <a:spcBef>
                <a:spcPts val="495"/>
              </a:spcBef>
            </a:pPr>
            <a:r>
              <a:rPr dirty="0" sz="1350" spc="-10">
                <a:latin typeface="Tahoma"/>
                <a:cs typeface="Tahoma"/>
              </a:rPr>
              <a:t>Publish</a:t>
            </a:r>
            <a:r>
              <a:rPr dirty="0" sz="1350" spc="-10">
                <a:latin typeface="Microsoft Sans Serif"/>
                <a:cs typeface="Microsoft Sans Serif"/>
              </a:rPr>
              <a:t>→</a:t>
            </a:r>
            <a:r>
              <a:rPr dirty="0" sz="1350" spc="-10">
                <a:latin typeface="Tahoma"/>
                <a:cs typeface="Tahoma"/>
              </a:rPr>
              <a:t>notify</a:t>
            </a:r>
            <a:r>
              <a:rPr dirty="0" sz="1350" spc="-135">
                <a:latin typeface="Tahoma"/>
                <a:cs typeface="Tahoma"/>
              </a:rPr>
              <a:t> </a:t>
            </a:r>
            <a:r>
              <a:rPr dirty="0" sz="1350" spc="-30">
                <a:latin typeface="Tahoma"/>
                <a:cs typeface="Tahoma"/>
              </a:rPr>
              <a:t>latency</a:t>
            </a:r>
            <a:r>
              <a:rPr dirty="0" sz="1350" spc="-130">
                <a:latin typeface="Tahoma"/>
                <a:cs typeface="Tahoma"/>
              </a:rPr>
              <a:t> </a:t>
            </a:r>
            <a:r>
              <a:rPr dirty="0" sz="1350" spc="-330">
                <a:latin typeface="Tahoma"/>
                <a:cs typeface="Tahoma"/>
              </a:rPr>
              <a:t>&lt;</a:t>
            </a:r>
            <a:r>
              <a:rPr dirty="0" sz="1350" spc="-135">
                <a:latin typeface="Tahoma"/>
                <a:cs typeface="Tahoma"/>
              </a:rPr>
              <a:t> </a:t>
            </a:r>
            <a:r>
              <a:rPr dirty="0" sz="1350" spc="-60">
                <a:latin typeface="Tahoma"/>
                <a:cs typeface="Tahoma"/>
              </a:rPr>
              <a:t>5s</a:t>
            </a:r>
            <a:r>
              <a:rPr dirty="0" sz="1350" spc="-130">
                <a:latin typeface="Tahoma"/>
                <a:cs typeface="Tahoma"/>
              </a:rPr>
              <a:t> </a:t>
            </a:r>
            <a:r>
              <a:rPr dirty="0" sz="1350" spc="-210">
                <a:latin typeface="Tahoma"/>
                <a:cs typeface="Tahoma"/>
              </a:rPr>
              <a:t>•</a:t>
            </a:r>
            <a:r>
              <a:rPr dirty="0" sz="1350" spc="-135">
                <a:latin typeface="Tahoma"/>
                <a:cs typeface="Tahoma"/>
              </a:rPr>
              <a:t> </a:t>
            </a:r>
            <a:r>
              <a:rPr dirty="0" sz="1350" spc="-20">
                <a:latin typeface="Tahoma"/>
                <a:cs typeface="Tahoma"/>
              </a:rPr>
              <a:t>Support</a:t>
            </a:r>
            <a:r>
              <a:rPr dirty="0" sz="1350" spc="-130">
                <a:latin typeface="Tahoma"/>
                <a:cs typeface="Tahoma"/>
              </a:rPr>
              <a:t> </a:t>
            </a:r>
            <a:r>
              <a:rPr dirty="0" sz="1350" spc="-145">
                <a:latin typeface="Tahoma"/>
                <a:cs typeface="Tahoma"/>
              </a:rPr>
              <a:t>100+</a:t>
            </a:r>
            <a:r>
              <a:rPr dirty="0" sz="1350" spc="-135">
                <a:latin typeface="Tahoma"/>
                <a:cs typeface="Tahoma"/>
              </a:rPr>
              <a:t> </a:t>
            </a:r>
            <a:r>
              <a:rPr dirty="0" sz="1350" spc="-10">
                <a:latin typeface="Tahoma"/>
                <a:cs typeface="Tahoma"/>
              </a:rPr>
              <a:t>concurrent users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25"/>
              </a:spcBef>
            </a:pP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500" spc="-114" b="1">
                <a:solidFill>
                  <a:srgbClr val="2E7D32"/>
                </a:solidFill>
                <a:latin typeface="Tahoma"/>
                <a:cs typeface="Tahoma"/>
              </a:rPr>
              <a:t>Security</a:t>
            </a:r>
            <a:r>
              <a:rPr dirty="0" sz="1500" spc="-105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500" spc="-229" b="1">
                <a:solidFill>
                  <a:srgbClr val="2E7D32"/>
                </a:solidFill>
                <a:latin typeface="Tahoma"/>
                <a:cs typeface="Tahoma"/>
              </a:rPr>
              <a:t>&amp;</a:t>
            </a:r>
            <a:r>
              <a:rPr dirty="0" sz="1500" spc="-105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500" spc="-10" b="1">
                <a:solidFill>
                  <a:srgbClr val="2E7D32"/>
                </a:solidFill>
                <a:latin typeface="Tahoma"/>
                <a:cs typeface="Tahoma"/>
              </a:rPr>
              <a:t>Privacy</a:t>
            </a:r>
            <a:endParaRPr sz="1500">
              <a:latin typeface="Tahoma"/>
              <a:cs typeface="Tahoma"/>
            </a:endParaRPr>
          </a:p>
          <a:p>
            <a:pPr marL="12700" marR="256540">
              <a:lnSpc>
                <a:spcPct val="120400"/>
              </a:lnSpc>
              <a:spcBef>
                <a:spcPts val="420"/>
              </a:spcBef>
            </a:pPr>
            <a:r>
              <a:rPr dirty="0" sz="1350" spc="-30">
                <a:latin typeface="Tahoma"/>
                <a:cs typeface="Tahoma"/>
              </a:rPr>
              <a:t>Passport</a:t>
            </a:r>
            <a:r>
              <a:rPr dirty="0" sz="1350" spc="-114">
                <a:latin typeface="Tahoma"/>
                <a:cs typeface="Tahoma"/>
              </a:rPr>
              <a:t> </a:t>
            </a:r>
            <a:r>
              <a:rPr dirty="0" sz="1350" spc="-20">
                <a:latin typeface="Tahoma"/>
                <a:cs typeface="Tahoma"/>
              </a:rPr>
              <a:t>authentication</a:t>
            </a:r>
            <a:r>
              <a:rPr dirty="0" sz="1350" spc="-110">
                <a:latin typeface="Tahoma"/>
                <a:cs typeface="Tahoma"/>
              </a:rPr>
              <a:t> </a:t>
            </a:r>
            <a:r>
              <a:rPr dirty="0" sz="1350" spc="-210">
                <a:latin typeface="Tahoma"/>
                <a:cs typeface="Tahoma"/>
              </a:rPr>
              <a:t>•</a:t>
            </a:r>
            <a:r>
              <a:rPr dirty="0" sz="1350" spc="-110">
                <a:latin typeface="Tahoma"/>
                <a:cs typeface="Tahoma"/>
              </a:rPr>
              <a:t> </a:t>
            </a:r>
            <a:r>
              <a:rPr dirty="0" sz="1350" spc="-40">
                <a:latin typeface="Tahoma"/>
                <a:cs typeface="Tahoma"/>
              </a:rPr>
              <a:t>Password</a:t>
            </a:r>
            <a:r>
              <a:rPr dirty="0" sz="1350" spc="-110">
                <a:latin typeface="Tahoma"/>
                <a:cs typeface="Tahoma"/>
              </a:rPr>
              <a:t> </a:t>
            </a:r>
            <a:r>
              <a:rPr dirty="0" sz="1350" spc="-35">
                <a:latin typeface="Tahoma"/>
                <a:cs typeface="Tahoma"/>
              </a:rPr>
              <a:t>hashing</a:t>
            </a:r>
            <a:r>
              <a:rPr dirty="0" sz="1350" spc="-114">
                <a:latin typeface="Tahoma"/>
                <a:cs typeface="Tahoma"/>
              </a:rPr>
              <a:t> </a:t>
            </a:r>
            <a:r>
              <a:rPr dirty="0" sz="1350" spc="-210">
                <a:latin typeface="Tahoma"/>
                <a:cs typeface="Tahoma"/>
              </a:rPr>
              <a:t>•</a:t>
            </a:r>
            <a:r>
              <a:rPr dirty="0" sz="1350" spc="-110">
                <a:latin typeface="Tahoma"/>
                <a:cs typeface="Tahoma"/>
              </a:rPr>
              <a:t> </a:t>
            </a:r>
            <a:r>
              <a:rPr dirty="0" sz="1350" spc="-10">
                <a:latin typeface="Tahoma"/>
                <a:cs typeface="Tahoma"/>
              </a:rPr>
              <a:t>Encrypted </a:t>
            </a:r>
            <a:r>
              <a:rPr dirty="0" sz="1350" spc="-20">
                <a:latin typeface="Tahoma"/>
                <a:cs typeface="Tahoma"/>
              </a:rPr>
              <a:t>data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500" spc="-105" b="1">
                <a:solidFill>
                  <a:srgbClr val="2E7D32"/>
                </a:solidFill>
                <a:latin typeface="Tahoma"/>
                <a:cs typeface="Tahoma"/>
              </a:rPr>
              <a:t>Usability</a:t>
            </a:r>
            <a:r>
              <a:rPr dirty="0" sz="1500" spc="-110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500" spc="-229" b="1">
                <a:solidFill>
                  <a:srgbClr val="2E7D32"/>
                </a:solidFill>
                <a:latin typeface="Tahoma"/>
                <a:cs typeface="Tahoma"/>
              </a:rPr>
              <a:t>&amp;</a:t>
            </a:r>
            <a:r>
              <a:rPr dirty="0" sz="1500" spc="-105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500" spc="-35" b="1">
                <a:solidFill>
                  <a:srgbClr val="2E7D32"/>
                </a:solidFill>
                <a:latin typeface="Tahoma"/>
                <a:cs typeface="Tahoma"/>
              </a:rPr>
              <a:t>Accessibility</a:t>
            </a:r>
            <a:endParaRPr sz="1500">
              <a:latin typeface="Tahoma"/>
              <a:cs typeface="Tahoma"/>
            </a:endParaRPr>
          </a:p>
          <a:p>
            <a:pPr marL="12700" marR="368935">
              <a:lnSpc>
                <a:spcPct val="115700"/>
              </a:lnSpc>
              <a:spcBef>
                <a:spcPts val="495"/>
              </a:spcBef>
            </a:pPr>
            <a:r>
              <a:rPr dirty="0" sz="1350" spc="-20">
                <a:latin typeface="Tahoma"/>
                <a:cs typeface="Tahoma"/>
              </a:rPr>
              <a:t>Simple</a:t>
            </a:r>
            <a:r>
              <a:rPr dirty="0" sz="1350" spc="-125">
                <a:latin typeface="Tahoma"/>
                <a:cs typeface="Tahoma"/>
              </a:rPr>
              <a:t> </a:t>
            </a:r>
            <a:r>
              <a:rPr dirty="0" sz="1350" spc="-90">
                <a:latin typeface="Tahoma"/>
                <a:cs typeface="Tahoma"/>
              </a:rPr>
              <a:t>UI</a:t>
            </a:r>
            <a:r>
              <a:rPr dirty="0" sz="1350" spc="-120">
                <a:latin typeface="Tahoma"/>
                <a:cs typeface="Tahoma"/>
              </a:rPr>
              <a:t> </a:t>
            </a:r>
            <a:r>
              <a:rPr dirty="0" sz="1350" spc="-210">
                <a:latin typeface="Tahoma"/>
                <a:cs typeface="Tahoma"/>
              </a:rPr>
              <a:t>•</a:t>
            </a:r>
            <a:r>
              <a:rPr dirty="0" sz="1350" spc="-120">
                <a:latin typeface="Tahoma"/>
                <a:cs typeface="Tahoma"/>
              </a:rPr>
              <a:t> </a:t>
            </a:r>
            <a:r>
              <a:rPr dirty="0" sz="1350" spc="-55">
                <a:latin typeface="Tahoma"/>
                <a:cs typeface="Tahoma"/>
              </a:rPr>
              <a:t>Large</a:t>
            </a:r>
            <a:r>
              <a:rPr dirty="0" sz="1350" spc="-120">
                <a:latin typeface="Tahoma"/>
                <a:cs typeface="Tahoma"/>
              </a:rPr>
              <a:t> </a:t>
            </a:r>
            <a:r>
              <a:rPr dirty="0" sz="1350" spc="-25">
                <a:latin typeface="Tahoma"/>
                <a:cs typeface="Tahoma"/>
              </a:rPr>
              <a:t>buttons</a:t>
            </a:r>
            <a:r>
              <a:rPr dirty="0" sz="1350" spc="-120">
                <a:latin typeface="Tahoma"/>
                <a:cs typeface="Tahoma"/>
              </a:rPr>
              <a:t> </a:t>
            </a:r>
            <a:r>
              <a:rPr dirty="0" sz="1350" spc="-210">
                <a:latin typeface="Tahoma"/>
                <a:cs typeface="Tahoma"/>
              </a:rPr>
              <a:t>•</a:t>
            </a:r>
            <a:r>
              <a:rPr dirty="0" sz="1350" spc="-120">
                <a:latin typeface="Tahoma"/>
                <a:cs typeface="Tahoma"/>
              </a:rPr>
              <a:t> </a:t>
            </a:r>
            <a:r>
              <a:rPr dirty="0" sz="1350" spc="-40">
                <a:latin typeface="Tahoma"/>
                <a:cs typeface="Tahoma"/>
              </a:rPr>
              <a:t>Readable</a:t>
            </a:r>
            <a:r>
              <a:rPr dirty="0" sz="1350" spc="-120">
                <a:latin typeface="Tahoma"/>
                <a:cs typeface="Tahoma"/>
              </a:rPr>
              <a:t> </a:t>
            </a:r>
            <a:r>
              <a:rPr dirty="0" sz="1350" spc="-35">
                <a:latin typeface="Tahoma"/>
                <a:cs typeface="Tahoma"/>
              </a:rPr>
              <a:t>contrast</a:t>
            </a:r>
            <a:r>
              <a:rPr dirty="0" sz="1350" spc="-125">
                <a:latin typeface="Tahoma"/>
                <a:cs typeface="Tahoma"/>
              </a:rPr>
              <a:t> </a:t>
            </a:r>
            <a:r>
              <a:rPr dirty="0" sz="1350" spc="-210">
                <a:latin typeface="Tahoma"/>
                <a:cs typeface="Tahoma"/>
              </a:rPr>
              <a:t>•</a:t>
            </a:r>
            <a:r>
              <a:rPr dirty="0" sz="1350" spc="-120">
                <a:latin typeface="Tahoma"/>
                <a:cs typeface="Tahoma"/>
              </a:rPr>
              <a:t> </a:t>
            </a:r>
            <a:r>
              <a:rPr dirty="0" sz="1350" spc="-10">
                <a:latin typeface="Tahoma"/>
                <a:cs typeface="Tahoma"/>
              </a:rPr>
              <a:t>Mobile- </a:t>
            </a:r>
            <a:r>
              <a:rPr dirty="0" sz="1350" spc="-25">
                <a:latin typeface="Tahoma"/>
                <a:cs typeface="Tahoma"/>
              </a:rPr>
              <a:t>friendly</a:t>
            </a:r>
            <a:r>
              <a:rPr dirty="0" sz="1350" spc="-80">
                <a:latin typeface="Tahoma"/>
                <a:cs typeface="Tahoma"/>
              </a:rPr>
              <a:t> </a:t>
            </a:r>
            <a:r>
              <a:rPr dirty="0" sz="1350" spc="-10">
                <a:latin typeface="Tahoma"/>
                <a:cs typeface="Tahoma"/>
              </a:rPr>
              <a:t>layout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500" spc="-30" b="1">
                <a:solidFill>
                  <a:srgbClr val="2E7D32"/>
                </a:solidFill>
                <a:latin typeface="Tahoma"/>
                <a:cs typeface="Tahoma"/>
              </a:rPr>
              <a:t>Localization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dirty="0" sz="1350" spc="-20">
                <a:latin typeface="Tahoma"/>
                <a:cs typeface="Tahoma"/>
              </a:rPr>
              <a:t>Support</a:t>
            </a:r>
            <a:r>
              <a:rPr dirty="0" sz="1350" spc="-114">
                <a:latin typeface="Tahoma"/>
                <a:cs typeface="Tahoma"/>
              </a:rPr>
              <a:t> </a:t>
            </a:r>
            <a:r>
              <a:rPr dirty="0" sz="1350" spc="-35">
                <a:latin typeface="Tahoma"/>
                <a:cs typeface="Tahoma"/>
              </a:rPr>
              <a:t>for</a:t>
            </a:r>
            <a:r>
              <a:rPr dirty="0" sz="1350" spc="-110">
                <a:latin typeface="Tahoma"/>
                <a:cs typeface="Tahoma"/>
              </a:rPr>
              <a:t> </a:t>
            </a:r>
            <a:r>
              <a:rPr dirty="0" sz="1350" spc="-35">
                <a:latin typeface="Tahoma"/>
                <a:cs typeface="Tahoma"/>
              </a:rPr>
              <a:t>English,</a:t>
            </a:r>
            <a:r>
              <a:rPr dirty="0" sz="1350" spc="-110">
                <a:latin typeface="Tahoma"/>
                <a:cs typeface="Tahoma"/>
              </a:rPr>
              <a:t> </a:t>
            </a:r>
            <a:r>
              <a:rPr dirty="0" sz="1350" spc="-25">
                <a:latin typeface="Tahoma"/>
                <a:cs typeface="Tahoma"/>
              </a:rPr>
              <a:t>Hindi,</a:t>
            </a:r>
            <a:r>
              <a:rPr dirty="0" sz="1350" spc="-110">
                <a:latin typeface="Tahoma"/>
                <a:cs typeface="Tahoma"/>
              </a:rPr>
              <a:t> </a:t>
            </a:r>
            <a:r>
              <a:rPr dirty="0" sz="1350" spc="-10">
                <a:latin typeface="Tahoma"/>
                <a:cs typeface="Tahoma"/>
              </a:rPr>
              <a:t>Gujarati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500" spc="-100" b="1">
                <a:solidFill>
                  <a:srgbClr val="2E7D32"/>
                </a:solidFill>
                <a:latin typeface="Tahoma"/>
                <a:cs typeface="Tahoma"/>
              </a:rPr>
              <a:t>Scalability </a:t>
            </a:r>
            <a:r>
              <a:rPr dirty="0" sz="1500" spc="-229" b="1">
                <a:solidFill>
                  <a:srgbClr val="2E7D32"/>
                </a:solidFill>
                <a:latin typeface="Tahoma"/>
                <a:cs typeface="Tahoma"/>
              </a:rPr>
              <a:t>&amp;</a:t>
            </a:r>
            <a:r>
              <a:rPr dirty="0" sz="1500" spc="-100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500" spc="-45" b="1">
                <a:solidFill>
                  <a:srgbClr val="2E7D32"/>
                </a:solidFill>
                <a:latin typeface="Tahoma"/>
                <a:cs typeface="Tahoma"/>
              </a:rPr>
              <a:t>Maintainability</a:t>
            </a:r>
            <a:endParaRPr sz="1500">
              <a:latin typeface="Tahoma"/>
              <a:cs typeface="Tahoma"/>
            </a:endParaRPr>
          </a:p>
          <a:p>
            <a:pPr marL="12700" marR="5080">
              <a:lnSpc>
                <a:spcPct val="120400"/>
              </a:lnSpc>
              <a:spcBef>
                <a:spcPts val="420"/>
              </a:spcBef>
            </a:pPr>
            <a:r>
              <a:rPr dirty="0" sz="1350" spc="-25">
                <a:latin typeface="Tahoma"/>
                <a:cs typeface="Tahoma"/>
              </a:rPr>
              <a:t>Modular</a:t>
            </a:r>
            <a:r>
              <a:rPr dirty="0" sz="1350" spc="-110">
                <a:latin typeface="Tahoma"/>
                <a:cs typeface="Tahoma"/>
              </a:rPr>
              <a:t> </a:t>
            </a:r>
            <a:r>
              <a:rPr dirty="0" sz="1350" spc="-35">
                <a:latin typeface="Tahoma"/>
                <a:cs typeface="Tahoma"/>
              </a:rPr>
              <a:t>backend</a:t>
            </a:r>
            <a:r>
              <a:rPr dirty="0" sz="1350" spc="-105">
                <a:latin typeface="Tahoma"/>
                <a:cs typeface="Tahoma"/>
              </a:rPr>
              <a:t> </a:t>
            </a:r>
            <a:r>
              <a:rPr dirty="0" sz="1350" spc="-30">
                <a:latin typeface="Tahoma"/>
                <a:cs typeface="Tahoma"/>
              </a:rPr>
              <a:t>architecture</a:t>
            </a:r>
            <a:r>
              <a:rPr dirty="0" sz="1350" spc="-105">
                <a:latin typeface="Tahoma"/>
                <a:cs typeface="Tahoma"/>
              </a:rPr>
              <a:t> </a:t>
            </a:r>
            <a:r>
              <a:rPr dirty="0" sz="1350" spc="-210">
                <a:latin typeface="Tahoma"/>
                <a:cs typeface="Tahoma"/>
              </a:rPr>
              <a:t>•</a:t>
            </a:r>
            <a:r>
              <a:rPr dirty="0" sz="1350" spc="-105">
                <a:latin typeface="Tahoma"/>
                <a:cs typeface="Tahoma"/>
              </a:rPr>
              <a:t> </a:t>
            </a:r>
            <a:r>
              <a:rPr dirty="0" sz="1350" spc="-45">
                <a:latin typeface="Tahoma"/>
                <a:cs typeface="Tahoma"/>
              </a:rPr>
              <a:t>Separate</a:t>
            </a:r>
            <a:r>
              <a:rPr dirty="0" sz="1350" spc="-110">
                <a:latin typeface="Tahoma"/>
                <a:cs typeface="Tahoma"/>
              </a:rPr>
              <a:t> </a:t>
            </a:r>
            <a:r>
              <a:rPr dirty="0" sz="1350" spc="-20">
                <a:latin typeface="Tahoma"/>
                <a:cs typeface="Tahoma"/>
              </a:rPr>
              <a:t>frontend/backend </a:t>
            </a:r>
            <a:r>
              <a:rPr dirty="0" sz="1350" spc="-10">
                <a:latin typeface="Tahoma"/>
                <a:cs typeface="Tahoma"/>
              </a:rPr>
              <a:t>repositories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0"/>
              <a:t>Use</a:t>
            </a:r>
            <a:r>
              <a:rPr dirty="0" spc="-260"/>
              <a:t> </a:t>
            </a:r>
            <a:r>
              <a:rPr dirty="0" spc="-250"/>
              <a:t>Case</a:t>
            </a:r>
            <a:r>
              <a:rPr dirty="0" spc="-260"/>
              <a:t> </a:t>
            </a:r>
            <a:r>
              <a:rPr dirty="0" spc="-225"/>
              <a:t>Diagrams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5624" y="1384299"/>
            <a:ext cx="203200" cy="20320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343124" y="1320800"/>
            <a:ext cx="15811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65" b="1">
                <a:solidFill>
                  <a:srgbClr val="2E7D32"/>
                </a:solidFill>
                <a:latin typeface="Tahoma"/>
                <a:cs typeface="Tahoma"/>
              </a:rPr>
              <a:t>Admin</a:t>
            </a:r>
            <a:r>
              <a:rPr dirty="0" sz="1800" spc="-140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800" spc="-175" b="1">
                <a:solidFill>
                  <a:srgbClr val="2E7D32"/>
                </a:solidFill>
                <a:latin typeface="Tahoma"/>
                <a:cs typeface="Tahoma"/>
              </a:rPr>
              <a:t>Use</a:t>
            </a:r>
            <a:r>
              <a:rPr dirty="0" sz="1800" spc="-140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800" spc="-130" b="1">
                <a:solidFill>
                  <a:srgbClr val="2E7D32"/>
                </a:solidFill>
                <a:latin typeface="Tahoma"/>
                <a:cs typeface="Tahoma"/>
              </a:rPr>
              <a:t>Case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509015" y="1652016"/>
            <a:ext cx="11174095" cy="4697095"/>
            <a:chOff x="509015" y="1652016"/>
            <a:chExt cx="11174095" cy="4697095"/>
          </a:xfrm>
        </p:grpSpPr>
        <p:sp>
          <p:nvSpPr>
            <p:cNvPr id="6" name="object 6" descr=""/>
            <p:cNvSpPr/>
            <p:nvPr/>
          </p:nvSpPr>
          <p:spPr>
            <a:xfrm>
              <a:off x="509015" y="1652016"/>
              <a:ext cx="2886710" cy="4258310"/>
            </a:xfrm>
            <a:custGeom>
              <a:avLst/>
              <a:gdLst/>
              <a:ahLst/>
              <a:cxnLst/>
              <a:rect l="l" t="t" r="r" b="b"/>
              <a:pathLst>
                <a:path w="2886710" h="4258310">
                  <a:moveTo>
                    <a:pt x="2886455" y="4258055"/>
                  </a:moveTo>
                  <a:lnTo>
                    <a:pt x="0" y="4258055"/>
                  </a:lnTo>
                  <a:lnTo>
                    <a:pt x="0" y="0"/>
                  </a:lnTo>
                  <a:lnTo>
                    <a:pt x="2886455" y="0"/>
                  </a:lnTo>
                  <a:lnTo>
                    <a:pt x="2886455" y="119633"/>
                  </a:lnTo>
                  <a:lnTo>
                    <a:pt x="233933" y="119633"/>
                  </a:lnTo>
                  <a:lnTo>
                    <a:pt x="226427" y="119996"/>
                  </a:lnTo>
                  <a:lnTo>
                    <a:pt x="185616" y="136900"/>
                  </a:lnTo>
                  <a:lnTo>
                    <a:pt x="160996" y="173747"/>
                  </a:lnTo>
                  <a:lnTo>
                    <a:pt x="157733" y="195833"/>
                  </a:lnTo>
                  <a:lnTo>
                    <a:pt x="157733" y="3986783"/>
                  </a:lnTo>
                  <a:lnTo>
                    <a:pt x="170564" y="4029125"/>
                  </a:lnTo>
                  <a:lnTo>
                    <a:pt x="204773" y="4057182"/>
                  </a:lnTo>
                  <a:lnTo>
                    <a:pt x="233933" y="4062983"/>
                  </a:lnTo>
                  <a:lnTo>
                    <a:pt x="2886455" y="4062983"/>
                  </a:lnTo>
                  <a:lnTo>
                    <a:pt x="2886455" y="4258055"/>
                  </a:lnTo>
                  <a:close/>
                </a:path>
                <a:path w="2886710" h="4258310">
                  <a:moveTo>
                    <a:pt x="2886455" y="4062983"/>
                  </a:moveTo>
                  <a:lnTo>
                    <a:pt x="2653283" y="4062983"/>
                  </a:lnTo>
                  <a:lnTo>
                    <a:pt x="2660790" y="4062621"/>
                  </a:lnTo>
                  <a:lnTo>
                    <a:pt x="2668152" y="4061533"/>
                  </a:lnTo>
                  <a:lnTo>
                    <a:pt x="2707165" y="4040664"/>
                  </a:lnTo>
                  <a:lnTo>
                    <a:pt x="2728033" y="4001652"/>
                  </a:lnTo>
                  <a:lnTo>
                    <a:pt x="2729483" y="3986783"/>
                  </a:lnTo>
                  <a:lnTo>
                    <a:pt x="2729483" y="195833"/>
                  </a:lnTo>
                  <a:lnTo>
                    <a:pt x="2716653" y="153491"/>
                  </a:lnTo>
                  <a:lnTo>
                    <a:pt x="2682444" y="125434"/>
                  </a:lnTo>
                  <a:lnTo>
                    <a:pt x="2653283" y="119633"/>
                  </a:lnTo>
                  <a:lnTo>
                    <a:pt x="2886455" y="119633"/>
                  </a:lnTo>
                  <a:lnTo>
                    <a:pt x="2886455" y="4062983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6749" y="1771650"/>
              <a:ext cx="2571749" cy="3943349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3270503" y="1652016"/>
              <a:ext cx="2889885" cy="4697095"/>
            </a:xfrm>
            <a:custGeom>
              <a:avLst/>
              <a:gdLst/>
              <a:ahLst/>
              <a:cxnLst/>
              <a:rect l="l" t="t" r="r" b="b"/>
              <a:pathLst>
                <a:path w="2889885" h="4697095">
                  <a:moveTo>
                    <a:pt x="2889503" y="4696967"/>
                  </a:moveTo>
                  <a:lnTo>
                    <a:pt x="0" y="4696967"/>
                  </a:lnTo>
                  <a:lnTo>
                    <a:pt x="0" y="0"/>
                  </a:lnTo>
                  <a:lnTo>
                    <a:pt x="2889503" y="0"/>
                  </a:lnTo>
                  <a:lnTo>
                    <a:pt x="2889503" y="119633"/>
                  </a:lnTo>
                  <a:lnTo>
                    <a:pt x="234695" y="119633"/>
                  </a:lnTo>
                  <a:lnTo>
                    <a:pt x="227189" y="119996"/>
                  </a:lnTo>
                  <a:lnTo>
                    <a:pt x="186378" y="136900"/>
                  </a:lnTo>
                  <a:lnTo>
                    <a:pt x="161758" y="173747"/>
                  </a:lnTo>
                  <a:lnTo>
                    <a:pt x="158495" y="195833"/>
                  </a:lnTo>
                  <a:lnTo>
                    <a:pt x="158495" y="4424933"/>
                  </a:lnTo>
                  <a:lnTo>
                    <a:pt x="171325" y="4467275"/>
                  </a:lnTo>
                  <a:lnTo>
                    <a:pt x="205534" y="4495332"/>
                  </a:lnTo>
                  <a:lnTo>
                    <a:pt x="234695" y="4501133"/>
                  </a:lnTo>
                  <a:lnTo>
                    <a:pt x="2889503" y="4501133"/>
                  </a:lnTo>
                  <a:lnTo>
                    <a:pt x="2889503" y="4696967"/>
                  </a:lnTo>
                  <a:close/>
                </a:path>
                <a:path w="2889885" h="4697095">
                  <a:moveTo>
                    <a:pt x="2889503" y="4501133"/>
                  </a:moveTo>
                  <a:lnTo>
                    <a:pt x="2654045" y="4501133"/>
                  </a:lnTo>
                  <a:lnTo>
                    <a:pt x="2661552" y="4500770"/>
                  </a:lnTo>
                  <a:lnTo>
                    <a:pt x="2668914" y="4499683"/>
                  </a:lnTo>
                  <a:lnTo>
                    <a:pt x="2707926" y="4478814"/>
                  </a:lnTo>
                  <a:lnTo>
                    <a:pt x="2728795" y="4439802"/>
                  </a:lnTo>
                  <a:lnTo>
                    <a:pt x="2730245" y="4424933"/>
                  </a:lnTo>
                  <a:lnTo>
                    <a:pt x="2730245" y="195833"/>
                  </a:lnTo>
                  <a:lnTo>
                    <a:pt x="2717415" y="153491"/>
                  </a:lnTo>
                  <a:lnTo>
                    <a:pt x="2683205" y="125434"/>
                  </a:lnTo>
                  <a:lnTo>
                    <a:pt x="2654045" y="119633"/>
                  </a:lnTo>
                  <a:lnTo>
                    <a:pt x="2889503" y="119633"/>
                  </a:lnTo>
                  <a:lnTo>
                    <a:pt x="2889503" y="4501133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7574" y="1771650"/>
              <a:ext cx="2514599" cy="4381499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6031991" y="1652016"/>
              <a:ext cx="2889885" cy="4535805"/>
            </a:xfrm>
            <a:custGeom>
              <a:avLst/>
              <a:gdLst/>
              <a:ahLst/>
              <a:cxnLst/>
              <a:rect l="l" t="t" r="r" b="b"/>
              <a:pathLst>
                <a:path w="2889884" h="4535805">
                  <a:moveTo>
                    <a:pt x="2889503" y="4535423"/>
                  </a:moveTo>
                  <a:lnTo>
                    <a:pt x="0" y="4535423"/>
                  </a:lnTo>
                  <a:lnTo>
                    <a:pt x="0" y="0"/>
                  </a:lnTo>
                  <a:lnTo>
                    <a:pt x="2889503" y="0"/>
                  </a:lnTo>
                  <a:lnTo>
                    <a:pt x="2889503" y="119633"/>
                  </a:lnTo>
                  <a:lnTo>
                    <a:pt x="235457" y="119633"/>
                  </a:lnTo>
                  <a:lnTo>
                    <a:pt x="227951" y="119996"/>
                  </a:lnTo>
                  <a:lnTo>
                    <a:pt x="187139" y="136900"/>
                  </a:lnTo>
                  <a:lnTo>
                    <a:pt x="162520" y="173747"/>
                  </a:lnTo>
                  <a:lnTo>
                    <a:pt x="159257" y="195833"/>
                  </a:lnTo>
                  <a:lnTo>
                    <a:pt x="159257" y="4263008"/>
                  </a:lnTo>
                  <a:lnTo>
                    <a:pt x="172087" y="4305350"/>
                  </a:lnTo>
                  <a:lnTo>
                    <a:pt x="206296" y="4333407"/>
                  </a:lnTo>
                  <a:lnTo>
                    <a:pt x="235457" y="4339208"/>
                  </a:lnTo>
                  <a:lnTo>
                    <a:pt x="2889503" y="4339208"/>
                  </a:lnTo>
                  <a:lnTo>
                    <a:pt x="2889503" y="4535423"/>
                  </a:lnTo>
                  <a:close/>
                </a:path>
                <a:path w="2889884" h="4535805">
                  <a:moveTo>
                    <a:pt x="2889503" y="4339208"/>
                  </a:moveTo>
                  <a:lnTo>
                    <a:pt x="2654807" y="4339208"/>
                  </a:lnTo>
                  <a:lnTo>
                    <a:pt x="2662314" y="4338846"/>
                  </a:lnTo>
                  <a:lnTo>
                    <a:pt x="2669676" y="4337758"/>
                  </a:lnTo>
                  <a:lnTo>
                    <a:pt x="2708688" y="4316889"/>
                  </a:lnTo>
                  <a:lnTo>
                    <a:pt x="2729557" y="4277877"/>
                  </a:lnTo>
                  <a:lnTo>
                    <a:pt x="2731007" y="4263008"/>
                  </a:lnTo>
                  <a:lnTo>
                    <a:pt x="2731007" y="195833"/>
                  </a:lnTo>
                  <a:lnTo>
                    <a:pt x="2718177" y="153491"/>
                  </a:lnTo>
                  <a:lnTo>
                    <a:pt x="2683967" y="125434"/>
                  </a:lnTo>
                  <a:lnTo>
                    <a:pt x="2654807" y="119633"/>
                  </a:lnTo>
                  <a:lnTo>
                    <a:pt x="2889503" y="119633"/>
                  </a:lnTo>
                  <a:lnTo>
                    <a:pt x="2889503" y="4339208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91249" y="1771650"/>
              <a:ext cx="2571749" cy="4219574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8796527" y="1652016"/>
              <a:ext cx="2886710" cy="4060190"/>
            </a:xfrm>
            <a:custGeom>
              <a:avLst/>
              <a:gdLst/>
              <a:ahLst/>
              <a:cxnLst/>
              <a:rect l="l" t="t" r="r" b="b"/>
              <a:pathLst>
                <a:path w="2886709" h="4060190">
                  <a:moveTo>
                    <a:pt x="2886455" y="4059935"/>
                  </a:moveTo>
                  <a:lnTo>
                    <a:pt x="0" y="4059935"/>
                  </a:lnTo>
                  <a:lnTo>
                    <a:pt x="0" y="0"/>
                  </a:lnTo>
                  <a:lnTo>
                    <a:pt x="2886455" y="0"/>
                  </a:lnTo>
                  <a:lnTo>
                    <a:pt x="2886455" y="119633"/>
                  </a:lnTo>
                  <a:lnTo>
                    <a:pt x="233171" y="119633"/>
                  </a:lnTo>
                  <a:lnTo>
                    <a:pt x="225665" y="119996"/>
                  </a:lnTo>
                  <a:lnTo>
                    <a:pt x="184853" y="136900"/>
                  </a:lnTo>
                  <a:lnTo>
                    <a:pt x="160233" y="173747"/>
                  </a:lnTo>
                  <a:lnTo>
                    <a:pt x="156971" y="195833"/>
                  </a:lnTo>
                  <a:lnTo>
                    <a:pt x="156971" y="3786758"/>
                  </a:lnTo>
                  <a:lnTo>
                    <a:pt x="169800" y="3829100"/>
                  </a:lnTo>
                  <a:lnTo>
                    <a:pt x="204010" y="3857157"/>
                  </a:lnTo>
                  <a:lnTo>
                    <a:pt x="233171" y="3862958"/>
                  </a:lnTo>
                  <a:lnTo>
                    <a:pt x="2886455" y="3862958"/>
                  </a:lnTo>
                  <a:lnTo>
                    <a:pt x="2886455" y="4059935"/>
                  </a:lnTo>
                  <a:close/>
                </a:path>
                <a:path w="2886709" h="4060190">
                  <a:moveTo>
                    <a:pt x="2886455" y="3862958"/>
                  </a:moveTo>
                  <a:lnTo>
                    <a:pt x="2652521" y="3862958"/>
                  </a:lnTo>
                  <a:lnTo>
                    <a:pt x="2660027" y="3862596"/>
                  </a:lnTo>
                  <a:lnTo>
                    <a:pt x="2667389" y="3861508"/>
                  </a:lnTo>
                  <a:lnTo>
                    <a:pt x="2706402" y="3840640"/>
                  </a:lnTo>
                  <a:lnTo>
                    <a:pt x="2727271" y="3801627"/>
                  </a:lnTo>
                  <a:lnTo>
                    <a:pt x="2728721" y="3786758"/>
                  </a:lnTo>
                  <a:lnTo>
                    <a:pt x="2728721" y="195833"/>
                  </a:lnTo>
                  <a:lnTo>
                    <a:pt x="2715890" y="153491"/>
                  </a:lnTo>
                  <a:lnTo>
                    <a:pt x="2681681" y="125434"/>
                  </a:lnTo>
                  <a:lnTo>
                    <a:pt x="2652521" y="119633"/>
                  </a:lnTo>
                  <a:lnTo>
                    <a:pt x="2886455" y="119633"/>
                  </a:lnTo>
                  <a:lnTo>
                    <a:pt x="2886455" y="3862958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53499" y="1771650"/>
              <a:ext cx="2571749" cy="3743324"/>
            </a:xfrm>
            <a:prstGeom prst="rect">
              <a:avLst/>
            </a:prstGeom>
          </p:spPr>
        </p:pic>
      </p:grpSp>
      <p:pic>
        <p:nvPicPr>
          <p:cNvPr id="14" name="object 14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02905" y="1374774"/>
            <a:ext cx="203200" cy="222250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4120405" y="1320800"/>
            <a:ext cx="15513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60" b="1">
                <a:solidFill>
                  <a:srgbClr val="2E7D32"/>
                </a:solidFill>
                <a:latin typeface="Tahoma"/>
                <a:cs typeface="Tahoma"/>
              </a:rPr>
              <a:t>Donor</a:t>
            </a:r>
            <a:r>
              <a:rPr dirty="0" sz="1800" spc="-145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800" spc="-175" b="1">
                <a:solidFill>
                  <a:srgbClr val="2E7D32"/>
                </a:solidFill>
                <a:latin typeface="Tahoma"/>
                <a:cs typeface="Tahoma"/>
              </a:rPr>
              <a:t>Use</a:t>
            </a:r>
            <a:r>
              <a:rPr dirty="0" sz="1800" spc="-145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800" spc="-130" b="1">
                <a:solidFill>
                  <a:srgbClr val="2E7D32"/>
                </a:solidFill>
                <a:latin typeface="Tahoma"/>
                <a:cs typeface="Tahoma"/>
              </a:rPr>
              <a:t>Case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16" name="object 16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622702" y="1374774"/>
            <a:ext cx="238125" cy="222250"/>
          </a:xfrm>
          <a:prstGeom prst="rect">
            <a:avLst/>
          </a:prstGeom>
        </p:spPr>
      </p:pic>
      <p:sp>
        <p:nvSpPr>
          <p:cNvPr id="17" name="object 17" descr=""/>
          <p:cNvSpPr txBox="1"/>
          <p:nvPr/>
        </p:nvSpPr>
        <p:spPr>
          <a:xfrm>
            <a:off x="6962427" y="1320800"/>
            <a:ext cx="13912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10" b="1">
                <a:solidFill>
                  <a:srgbClr val="2E7D32"/>
                </a:solidFill>
                <a:latin typeface="Tahoma"/>
                <a:cs typeface="Tahoma"/>
              </a:rPr>
              <a:t>NGO</a:t>
            </a:r>
            <a:r>
              <a:rPr dirty="0" sz="1800" spc="-150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800" spc="-175" b="1">
                <a:solidFill>
                  <a:srgbClr val="2E7D32"/>
                </a:solidFill>
                <a:latin typeface="Tahoma"/>
                <a:cs typeface="Tahoma"/>
              </a:rPr>
              <a:t>Use</a:t>
            </a:r>
            <a:r>
              <a:rPr dirty="0" sz="1800" spc="-145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800" spc="-135" b="1">
                <a:solidFill>
                  <a:srgbClr val="2E7D32"/>
                </a:solidFill>
                <a:latin typeface="Tahoma"/>
                <a:cs typeface="Tahoma"/>
              </a:rPr>
              <a:t>Case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18" name="object 18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120633" y="1368424"/>
            <a:ext cx="266700" cy="228600"/>
          </a:xfrm>
          <a:prstGeom prst="rect">
            <a:avLst/>
          </a:prstGeom>
        </p:spPr>
      </p:pic>
      <p:sp>
        <p:nvSpPr>
          <p:cNvPr id="19" name="object 19" descr=""/>
          <p:cNvSpPr txBox="1"/>
          <p:nvPr/>
        </p:nvSpPr>
        <p:spPr>
          <a:xfrm>
            <a:off x="9469883" y="1320800"/>
            <a:ext cx="190118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60" b="1">
                <a:solidFill>
                  <a:srgbClr val="2E7D32"/>
                </a:solidFill>
                <a:latin typeface="Tahoma"/>
                <a:cs typeface="Tahoma"/>
              </a:rPr>
              <a:t>Volunteer</a:t>
            </a:r>
            <a:r>
              <a:rPr dirty="0" sz="1800" spc="-125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800" spc="-175" b="1">
                <a:solidFill>
                  <a:srgbClr val="2E7D32"/>
                </a:solidFill>
                <a:latin typeface="Tahoma"/>
                <a:cs typeface="Tahoma"/>
              </a:rPr>
              <a:t>Use</a:t>
            </a:r>
            <a:r>
              <a:rPr dirty="0" sz="1800" spc="-120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800" spc="-125" b="1">
                <a:solidFill>
                  <a:srgbClr val="2E7D32"/>
                </a:solidFill>
                <a:latin typeface="Tahoma"/>
                <a:cs typeface="Tahoma"/>
              </a:rPr>
              <a:t>Case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4049" y="358775"/>
            <a:ext cx="20447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20"/>
              <a:t>User</a:t>
            </a:r>
            <a:r>
              <a:rPr dirty="0" spc="-250"/>
              <a:t> </a:t>
            </a:r>
            <a:r>
              <a:rPr dirty="0" spc="-175"/>
              <a:t>Stories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6274" y="1362074"/>
            <a:ext cx="285750" cy="26670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101725" y="1320800"/>
            <a:ext cx="139827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180" b="1">
                <a:solidFill>
                  <a:srgbClr val="2E7D32"/>
                </a:solidFill>
                <a:latin typeface="Tahoma"/>
                <a:cs typeface="Tahoma"/>
              </a:rPr>
              <a:t>User </a:t>
            </a:r>
            <a:r>
              <a:rPr dirty="0" sz="2100" spc="-155" b="1">
                <a:solidFill>
                  <a:srgbClr val="2E7D32"/>
                </a:solidFill>
                <a:latin typeface="Tahoma"/>
                <a:cs typeface="Tahoma"/>
              </a:rPr>
              <a:t>Stories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1114424" y="1914524"/>
            <a:ext cx="571500" cy="28575"/>
          </a:xfrm>
          <a:custGeom>
            <a:avLst/>
            <a:gdLst/>
            <a:ahLst/>
            <a:cxnLst/>
            <a:rect l="l" t="t" r="r" b="b"/>
            <a:pathLst>
              <a:path w="571500" h="28575">
                <a:moveTo>
                  <a:pt x="571499" y="28574"/>
                </a:moveTo>
                <a:lnTo>
                  <a:pt x="0" y="28574"/>
                </a:lnTo>
                <a:lnTo>
                  <a:pt x="0" y="0"/>
                </a:lnTo>
                <a:lnTo>
                  <a:pt x="571499" y="0"/>
                </a:lnTo>
                <a:lnTo>
                  <a:pt x="571499" y="28574"/>
                </a:lnTo>
                <a:close/>
              </a:path>
            </a:pathLst>
          </a:custGeom>
          <a:solidFill>
            <a:srgbClr val="4BAF4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 descr=""/>
          <p:cNvGrpSpPr/>
          <p:nvPr/>
        </p:nvGrpSpPr>
        <p:grpSpPr>
          <a:xfrm>
            <a:off x="563879" y="2069591"/>
            <a:ext cx="5520055" cy="2261870"/>
            <a:chOff x="563879" y="2069591"/>
            <a:chExt cx="5520055" cy="2261870"/>
          </a:xfrm>
        </p:grpSpPr>
        <p:sp>
          <p:nvSpPr>
            <p:cNvPr id="7" name="object 7" descr=""/>
            <p:cNvSpPr/>
            <p:nvPr/>
          </p:nvSpPr>
          <p:spPr>
            <a:xfrm>
              <a:off x="563879" y="2069591"/>
              <a:ext cx="5520055" cy="2261870"/>
            </a:xfrm>
            <a:custGeom>
              <a:avLst/>
              <a:gdLst/>
              <a:ahLst/>
              <a:cxnLst/>
              <a:rect l="l" t="t" r="r" b="b"/>
              <a:pathLst>
                <a:path w="5520055" h="2261870">
                  <a:moveTo>
                    <a:pt x="5519927" y="2261615"/>
                  </a:moveTo>
                  <a:lnTo>
                    <a:pt x="0" y="2261615"/>
                  </a:lnTo>
                  <a:lnTo>
                    <a:pt x="0" y="0"/>
                  </a:lnTo>
                  <a:lnTo>
                    <a:pt x="5519927" y="0"/>
                  </a:lnTo>
                  <a:lnTo>
                    <a:pt x="5519927" y="73532"/>
                  </a:lnTo>
                  <a:lnTo>
                    <a:pt x="217169" y="73532"/>
                  </a:lnTo>
                  <a:lnTo>
                    <a:pt x="206848" y="74031"/>
                  </a:lnTo>
                  <a:lnTo>
                    <a:pt x="167729" y="85918"/>
                  </a:lnTo>
                  <a:lnTo>
                    <a:pt x="136136" y="111871"/>
                  </a:lnTo>
                  <a:lnTo>
                    <a:pt x="116881" y="147938"/>
                  </a:lnTo>
                  <a:lnTo>
                    <a:pt x="112394" y="178307"/>
                  </a:lnTo>
                  <a:lnTo>
                    <a:pt x="112394" y="2007107"/>
                  </a:lnTo>
                  <a:lnTo>
                    <a:pt x="120370" y="2047202"/>
                  </a:lnTo>
                  <a:lnTo>
                    <a:pt x="143082" y="2081194"/>
                  </a:lnTo>
                  <a:lnTo>
                    <a:pt x="177074" y="2103906"/>
                  </a:lnTo>
                  <a:lnTo>
                    <a:pt x="217169" y="2111882"/>
                  </a:lnTo>
                  <a:lnTo>
                    <a:pt x="5519927" y="2111882"/>
                  </a:lnTo>
                  <a:lnTo>
                    <a:pt x="5519927" y="2261615"/>
                  </a:lnTo>
                  <a:close/>
                </a:path>
                <a:path w="5520055" h="2261870">
                  <a:moveTo>
                    <a:pt x="5519927" y="2111882"/>
                  </a:moveTo>
                  <a:lnTo>
                    <a:pt x="5303519" y="2111882"/>
                  </a:lnTo>
                  <a:lnTo>
                    <a:pt x="5313840" y="2111384"/>
                  </a:lnTo>
                  <a:lnTo>
                    <a:pt x="5323963" y="2109888"/>
                  </a:lnTo>
                  <a:lnTo>
                    <a:pt x="5361739" y="2094240"/>
                  </a:lnTo>
                  <a:lnTo>
                    <a:pt x="5390652" y="2065327"/>
                  </a:lnTo>
                  <a:lnTo>
                    <a:pt x="5406300" y="2027551"/>
                  </a:lnTo>
                  <a:lnTo>
                    <a:pt x="5408294" y="2007107"/>
                  </a:lnTo>
                  <a:lnTo>
                    <a:pt x="5408294" y="178307"/>
                  </a:lnTo>
                  <a:lnTo>
                    <a:pt x="5400318" y="138212"/>
                  </a:lnTo>
                  <a:lnTo>
                    <a:pt x="5377606" y="104220"/>
                  </a:lnTo>
                  <a:lnTo>
                    <a:pt x="5343614" y="81508"/>
                  </a:lnTo>
                  <a:lnTo>
                    <a:pt x="5303519" y="73532"/>
                  </a:lnTo>
                  <a:lnTo>
                    <a:pt x="5519927" y="73532"/>
                  </a:lnTo>
                  <a:lnTo>
                    <a:pt x="5519927" y="2111882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66749" y="2133599"/>
              <a:ext cx="5314950" cy="2057400"/>
            </a:xfrm>
            <a:custGeom>
              <a:avLst/>
              <a:gdLst/>
              <a:ahLst/>
              <a:cxnLst/>
              <a:rect l="l" t="t" r="r" b="b"/>
              <a:pathLst>
                <a:path w="5314950" h="2057400">
                  <a:moveTo>
                    <a:pt x="5208154" y="2057399"/>
                  </a:moveTo>
                  <a:lnTo>
                    <a:pt x="106794" y="2057399"/>
                  </a:lnTo>
                  <a:lnTo>
                    <a:pt x="99361" y="2056667"/>
                  </a:lnTo>
                  <a:lnTo>
                    <a:pt x="57038" y="2042305"/>
                  </a:lnTo>
                  <a:lnTo>
                    <a:pt x="23432" y="2012840"/>
                  </a:lnTo>
                  <a:lnTo>
                    <a:pt x="3660" y="1972758"/>
                  </a:lnTo>
                  <a:lnTo>
                    <a:pt x="0" y="1950604"/>
                  </a:lnTo>
                  <a:lnTo>
                    <a:pt x="0" y="1943099"/>
                  </a:lnTo>
                  <a:lnTo>
                    <a:pt x="0" y="106794"/>
                  </a:lnTo>
                  <a:lnTo>
                    <a:pt x="11572" y="63625"/>
                  </a:lnTo>
                  <a:lnTo>
                    <a:pt x="38784" y="28170"/>
                  </a:lnTo>
                  <a:lnTo>
                    <a:pt x="77492" y="5828"/>
                  </a:lnTo>
                  <a:lnTo>
                    <a:pt x="106794" y="0"/>
                  </a:lnTo>
                  <a:lnTo>
                    <a:pt x="5208154" y="0"/>
                  </a:lnTo>
                  <a:lnTo>
                    <a:pt x="5251323" y="11572"/>
                  </a:lnTo>
                  <a:lnTo>
                    <a:pt x="5286778" y="38784"/>
                  </a:lnTo>
                  <a:lnTo>
                    <a:pt x="5309120" y="77492"/>
                  </a:lnTo>
                  <a:lnTo>
                    <a:pt x="5314949" y="106794"/>
                  </a:lnTo>
                  <a:lnTo>
                    <a:pt x="5314949" y="1950604"/>
                  </a:lnTo>
                  <a:lnTo>
                    <a:pt x="5303375" y="1993773"/>
                  </a:lnTo>
                  <a:lnTo>
                    <a:pt x="5276164" y="2029228"/>
                  </a:lnTo>
                  <a:lnTo>
                    <a:pt x="5237455" y="2051570"/>
                  </a:lnTo>
                  <a:lnTo>
                    <a:pt x="5215587" y="2056667"/>
                  </a:lnTo>
                  <a:lnTo>
                    <a:pt x="5208154" y="2057399"/>
                  </a:lnTo>
                  <a:close/>
                </a:path>
              </a:pathLst>
            </a:custGeom>
            <a:solidFill>
              <a:srgbClr val="F1F7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904874" y="2943224"/>
              <a:ext cx="4838700" cy="19050"/>
            </a:xfrm>
            <a:custGeom>
              <a:avLst/>
              <a:gdLst/>
              <a:ahLst/>
              <a:cxnLst/>
              <a:rect l="l" t="t" r="r" b="b"/>
              <a:pathLst>
                <a:path w="4838700" h="19050">
                  <a:moveTo>
                    <a:pt x="48386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4838699" y="0"/>
                  </a:lnTo>
                  <a:lnTo>
                    <a:pt x="4838699" y="19049"/>
                  </a:lnTo>
                  <a:close/>
                </a:path>
              </a:pathLst>
            </a:custGeom>
            <a:solidFill>
              <a:srgbClr val="2E7D32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904874" y="2371724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3" y="476249"/>
                  </a:moveTo>
                  <a:lnTo>
                    <a:pt x="230326" y="476249"/>
                  </a:lnTo>
                  <a:lnTo>
                    <a:pt x="222546" y="475867"/>
                  </a:lnTo>
                  <a:lnTo>
                    <a:pt x="184020" y="470152"/>
                  </a:lnTo>
                  <a:lnTo>
                    <a:pt x="139793" y="455138"/>
                  </a:lnTo>
                  <a:lnTo>
                    <a:pt x="99345" y="431785"/>
                  </a:lnTo>
                  <a:lnTo>
                    <a:pt x="64230" y="400989"/>
                  </a:lnTo>
                  <a:lnTo>
                    <a:pt x="35798" y="363935"/>
                  </a:lnTo>
                  <a:lnTo>
                    <a:pt x="15141" y="322045"/>
                  </a:lnTo>
                  <a:lnTo>
                    <a:pt x="3053" y="276931"/>
                  </a:lnTo>
                  <a:lnTo>
                    <a:pt x="0" y="245923"/>
                  </a:lnTo>
                  <a:lnTo>
                    <a:pt x="0" y="230326"/>
                  </a:lnTo>
                  <a:lnTo>
                    <a:pt x="6097" y="184019"/>
                  </a:lnTo>
                  <a:lnTo>
                    <a:pt x="21110" y="139792"/>
                  </a:lnTo>
                  <a:lnTo>
                    <a:pt x="44464" y="99344"/>
                  </a:lnTo>
                  <a:lnTo>
                    <a:pt x="75259" y="64230"/>
                  </a:lnTo>
                  <a:lnTo>
                    <a:pt x="112314" y="35798"/>
                  </a:lnTo>
                  <a:lnTo>
                    <a:pt x="154203" y="15141"/>
                  </a:lnTo>
                  <a:lnTo>
                    <a:pt x="199318" y="3054"/>
                  </a:lnTo>
                  <a:lnTo>
                    <a:pt x="230326" y="0"/>
                  </a:lnTo>
                  <a:lnTo>
                    <a:pt x="245923" y="0"/>
                  </a:lnTo>
                  <a:lnTo>
                    <a:pt x="292229" y="6096"/>
                  </a:lnTo>
                  <a:lnTo>
                    <a:pt x="336456" y="21110"/>
                  </a:lnTo>
                  <a:lnTo>
                    <a:pt x="376904" y="44463"/>
                  </a:lnTo>
                  <a:lnTo>
                    <a:pt x="412019" y="75259"/>
                  </a:lnTo>
                  <a:lnTo>
                    <a:pt x="440451" y="112313"/>
                  </a:lnTo>
                  <a:lnTo>
                    <a:pt x="461108" y="154203"/>
                  </a:lnTo>
                  <a:lnTo>
                    <a:pt x="473195" y="199317"/>
                  </a:lnTo>
                  <a:lnTo>
                    <a:pt x="476250" y="230326"/>
                  </a:lnTo>
                  <a:lnTo>
                    <a:pt x="476249" y="238124"/>
                  </a:lnTo>
                  <a:lnTo>
                    <a:pt x="476250" y="245923"/>
                  </a:lnTo>
                  <a:lnTo>
                    <a:pt x="470152" y="292229"/>
                  </a:lnTo>
                  <a:lnTo>
                    <a:pt x="455139" y="336456"/>
                  </a:lnTo>
                  <a:lnTo>
                    <a:pt x="431785" y="376904"/>
                  </a:lnTo>
                  <a:lnTo>
                    <a:pt x="400990" y="412019"/>
                  </a:lnTo>
                  <a:lnTo>
                    <a:pt x="363935" y="440451"/>
                  </a:lnTo>
                  <a:lnTo>
                    <a:pt x="322046" y="461107"/>
                  </a:lnTo>
                  <a:lnTo>
                    <a:pt x="276931" y="473195"/>
                  </a:lnTo>
                  <a:lnTo>
                    <a:pt x="253703" y="475867"/>
                  </a:lnTo>
                  <a:lnTo>
                    <a:pt x="245923" y="476249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1399" y="2498724"/>
              <a:ext cx="203200" cy="222250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904874" y="3248024"/>
              <a:ext cx="447675" cy="323850"/>
            </a:xfrm>
            <a:custGeom>
              <a:avLst/>
              <a:gdLst/>
              <a:ahLst/>
              <a:cxnLst/>
              <a:rect l="l" t="t" r="r" b="b"/>
              <a:pathLst>
                <a:path w="447675" h="323850">
                  <a:moveTo>
                    <a:pt x="285749" y="323849"/>
                  </a:moveTo>
                  <a:lnTo>
                    <a:pt x="161924" y="323849"/>
                  </a:lnTo>
                  <a:lnTo>
                    <a:pt x="153969" y="323655"/>
                  </a:lnTo>
                  <a:lnTo>
                    <a:pt x="114919" y="316878"/>
                  </a:lnTo>
                  <a:lnTo>
                    <a:pt x="78686" y="300817"/>
                  </a:lnTo>
                  <a:lnTo>
                    <a:pt x="47426" y="276422"/>
                  </a:lnTo>
                  <a:lnTo>
                    <a:pt x="23031" y="245162"/>
                  </a:lnTo>
                  <a:lnTo>
                    <a:pt x="6970" y="208929"/>
                  </a:lnTo>
                  <a:lnTo>
                    <a:pt x="194" y="169879"/>
                  </a:lnTo>
                  <a:lnTo>
                    <a:pt x="0" y="161924"/>
                  </a:lnTo>
                  <a:lnTo>
                    <a:pt x="194" y="153969"/>
                  </a:lnTo>
                  <a:lnTo>
                    <a:pt x="6970" y="114919"/>
                  </a:lnTo>
                  <a:lnTo>
                    <a:pt x="23031" y="78686"/>
                  </a:lnTo>
                  <a:lnTo>
                    <a:pt x="47426" y="47426"/>
                  </a:lnTo>
                  <a:lnTo>
                    <a:pt x="78686" y="23031"/>
                  </a:lnTo>
                  <a:lnTo>
                    <a:pt x="114919" y="6970"/>
                  </a:lnTo>
                  <a:lnTo>
                    <a:pt x="153969" y="194"/>
                  </a:lnTo>
                  <a:lnTo>
                    <a:pt x="161924" y="0"/>
                  </a:lnTo>
                  <a:lnTo>
                    <a:pt x="285749" y="0"/>
                  </a:lnTo>
                  <a:lnTo>
                    <a:pt x="325104" y="4853"/>
                  </a:lnTo>
                  <a:lnTo>
                    <a:pt x="362081" y="19118"/>
                  </a:lnTo>
                  <a:lnTo>
                    <a:pt x="394485" y="41939"/>
                  </a:lnTo>
                  <a:lnTo>
                    <a:pt x="420385" y="71964"/>
                  </a:lnTo>
                  <a:lnTo>
                    <a:pt x="438213" y="107382"/>
                  </a:lnTo>
                  <a:lnTo>
                    <a:pt x="446896" y="146053"/>
                  </a:lnTo>
                  <a:lnTo>
                    <a:pt x="447674" y="161924"/>
                  </a:lnTo>
                  <a:lnTo>
                    <a:pt x="447480" y="169879"/>
                  </a:lnTo>
                  <a:lnTo>
                    <a:pt x="440704" y="208929"/>
                  </a:lnTo>
                  <a:lnTo>
                    <a:pt x="424643" y="245162"/>
                  </a:lnTo>
                  <a:lnTo>
                    <a:pt x="400248" y="276422"/>
                  </a:lnTo>
                  <a:lnTo>
                    <a:pt x="368988" y="300817"/>
                  </a:lnTo>
                  <a:lnTo>
                    <a:pt x="332754" y="316878"/>
                  </a:lnTo>
                  <a:lnTo>
                    <a:pt x="293704" y="323655"/>
                  </a:lnTo>
                  <a:lnTo>
                    <a:pt x="285749" y="323849"/>
                  </a:lnTo>
                  <a:close/>
                </a:path>
              </a:pathLst>
            </a:custGeom>
            <a:solidFill>
              <a:srgbClr val="2E7D32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892175" y="2463800"/>
            <a:ext cx="4317365" cy="13684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31190">
              <a:lnSpc>
                <a:spcPct val="100000"/>
              </a:lnSpc>
              <a:spcBef>
                <a:spcPts val="100"/>
              </a:spcBef>
            </a:pPr>
            <a:r>
              <a:rPr dirty="0" sz="1650" spc="-10" b="1">
                <a:solidFill>
                  <a:srgbClr val="2E7D32"/>
                </a:solidFill>
                <a:latin typeface="Tahoma"/>
                <a:cs typeface="Tahoma"/>
              </a:rPr>
              <a:t>Donor</a:t>
            </a:r>
            <a:endParaRPr sz="16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50"/>
              </a:spcBef>
            </a:pPr>
            <a:endParaRPr sz="1650">
              <a:latin typeface="Tahoma"/>
              <a:cs typeface="Tahoma"/>
            </a:endParaRPr>
          </a:p>
          <a:p>
            <a:pPr marL="12700" marR="5080" indent="95250">
              <a:lnSpc>
                <a:spcPct val="137500"/>
              </a:lnSpc>
              <a:tabLst>
                <a:tab pos="574675" algn="l"/>
              </a:tabLst>
            </a:pPr>
            <a:r>
              <a:rPr dirty="0" sz="1200" spc="-50">
                <a:solidFill>
                  <a:srgbClr val="2E7D32"/>
                </a:solidFill>
                <a:latin typeface="Tahoma"/>
                <a:cs typeface="Tahoma"/>
              </a:rPr>
              <a:t>As</a:t>
            </a:r>
            <a:r>
              <a:rPr dirty="0" sz="1200" spc="-125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200" spc="-50">
                <a:solidFill>
                  <a:srgbClr val="2E7D32"/>
                </a:solidFill>
                <a:latin typeface="Tahoma"/>
                <a:cs typeface="Tahoma"/>
              </a:rPr>
              <a:t>a</a:t>
            </a:r>
            <a:r>
              <a:rPr dirty="0" sz="1200">
                <a:solidFill>
                  <a:srgbClr val="2E7D32"/>
                </a:solidFill>
                <a:latin typeface="Tahoma"/>
                <a:cs typeface="Tahoma"/>
              </a:rPr>
              <a:t>	</a:t>
            </a:r>
            <a:r>
              <a:rPr dirty="0" sz="1500" spc="-125" b="1">
                <a:solidFill>
                  <a:srgbClr val="2E7D32"/>
                </a:solidFill>
                <a:latin typeface="Tahoma"/>
                <a:cs typeface="Tahoma"/>
              </a:rPr>
              <a:t>Donor</a:t>
            </a:r>
            <a:r>
              <a:rPr dirty="0" sz="1500" spc="-125">
                <a:latin typeface="Tahoma"/>
                <a:cs typeface="Tahoma"/>
              </a:rPr>
              <a:t>,</a:t>
            </a:r>
            <a:r>
              <a:rPr dirty="0" sz="1500" spc="-145">
                <a:latin typeface="Tahoma"/>
                <a:cs typeface="Tahoma"/>
              </a:rPr>
              <a:t> </a:t>
            </a:r>
            <a:r>
              <a:rPr dirty="0" sz="1500" spc="-175">
                <a:latin typeface="Tahoma"/>
                <a:cs typeface="Tahoma"/>
              </a:rPr>
              <a:t>I</a:t>
            </a:r>
            <a:r>
              <a:rPr dirty="0" sz="1500" spc="-140">
                <a:latin typeface="Tahoma"/>
                <a:cs typeface="Tahoma"/>
              </a:rPr>
              <a:t> </a:t>
            </a:r>
            <a:r>
              <a:rPr dirty="0" sz="1500" spc="-35">
                <a:latin typeface="Tahoma"/>
                <a:cs typeface="Tahoma"/>
              </a:rPr>
              <a:t>want</a:t>
            </a:r>
            <a:r>
              <a:rPr dirty="0" sz="1500" spc="-140">
                <a:latin typeface="Tahoma"/>
                <a:cs typeface="Tahoma"/>
              </a:rPr>
              <a:t> </a:t>
            </a:r>
            <a:r>
              <a:rPr dirty="0" sz="1500" spc="-10">
                <a:latin typeface="Tahoma"/>
                <a:cs typeface="Tahoma"/>
              </a:rPr>
              <a:t>to</a:t>
            </a:r>
            <a:r>
              <a:rPr dirty="0" sz="1500" spc="-140">
                <a:latin typeface="Tahoma"/>
                <a:cs typeface="Tahoma"/>
              </a:rPr>
              <a:t> </a:t>
            </a:r>
            <a:r>
              <a:rPr dirty="0" sz="1500" spc="-135" b="1">
                <a:solidFill>
                  <a:srgbClr val="2E7D32"/>
                </a:solidFill>
                <a:latin typeface="Tahoma"/>
                <a:cs typeface="Tahoma"/>
              </a:rPr>
              <a:t>create</a:t>
            </a:r>
            <a:r>
              <a:rPr dirty="0" sz="1500" spc="-110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500" spc="-135" b="1">
                <a:solidFill>
                  <a:srgbClr val="2E7D32"/>
                </a:solidFill>
                <a:latin typeface="Tahoma"/>
                <a:cs typeface="Tahoma"/>
              </a:rPr>
              <a:t>a</a:t>
            </a:r>
            <a:r>
              <a:rPr dirty="0" sz="1500" spc="-110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500" spc="-114" b="1">
                <a:solidFill>
                  <a:srgbClr val="2E7D32"/>
                </a:solidFill>
                <a:latin typeface="Tahoma"/>
                <a:cs typeface="Tahoma"/>
              </a:rPr>
              <a:t>donation</a:t>
            </a:r>
            <a:r>
              <a:rPr dirty="0" sz="1500" spc="-110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500" spc="-125" b="1">
                <a:solidFill>
                  <a:srgbClr val="2E7D32"/>
                </a:solidFill>
                <a:latin typeface="Tahoma"/>
                <a:cs typeface="Tahoma"/>
              </a:rPr>
              <a:t>post</a:t>
            </a:r>
            <a:r>
              <a:rPr dirty="0" sz="1500" spc="-110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500" spc="-30">
                <a:latin typeface="Tahoma"/>
                <a:cs typeface="Tahoma"/>
              </a:rPr>
              <a:t>so</a:t>
            </a:r>
            <a:r>
              <a:rPr dirty="0" sz="1500" spc="-140">
                <a:latin typeface="Tahoma"/>
                <a:cs typeface="Tahoma"/>
              </a:rPr>
              <a:t> </a:t>
            </a:r>
            <a:r>
              <a:rPr dirty="0" sz="1500" spc="-20">
                <a:latin typeface="Tahoma"/>
                <a:cs typeface="Tahoma"/>
              </a:rPr>
              <a:t>that </a:t>
            </a:r>
            <a:r>
              <a:rPr dirty="0" sz="1500" spc="-45">
                <a:latin typeface="Tahoma"/>
                <a:cs typeface="Tahoma"/>
              </a:rPr>
              <a:t>nearby</a:t>
            </a:r>
            <a:r>
              <a:rPr dirty="0" sz="1500" spc="-130">
                <a:latin typeface="Tahoma"/>
                <a:cs typeface="Tahoma"/>
              </a:rPr>
              <a:t> </a:t>
            </a:r>
            <a:r>
              <a:rPr dirty="0" sz="1500" spc="-65">
                <a:latin typeface="Tahoma"/>
                <a:cs typeface="Tahoma"/>
              </a:rPr>
              <a:t>NGOs</a:t>
            </a:r>
            <a:r>
              <a:rPr dirty="0" sz="1500" spc="-130">
                <a:latin typeface="Tahoma"/>
                <a:cs typeface="Tahoma"/>
              </a:rPr>
              <a:t> </a:t>
            </a:r>
            <a:r>
              <a:rPr dirty="0" sz="1500" spc="-35">
                <a:latin typeface="Tahoma"/>
                <a:cs typeface="Tahoma"/>
              </a:rPr>
              <a:t>can</a:t>
            </a:r>
            <a:r>
              <a:rPr dirty="0" sz="1500" spc="-130">
                <a:latin typeface="Tahoma"/>
                <a:cs typeface="Tahoma"/>
              </a:rPr>
              <a:t> </a:t>
            </a:r>
            <a:r>
              <a:rPr dirty="0" sz="1500" spc="-40">
                <a:latin typeface="Tahoma"/>
                <a:cs typeface="Tahoma"/>
              </a:rPr>
              <a:t>request</a:t>
            </a:r>
            <a:r>
              <a:rPr dirty="0" sz="1500" spc="-130">
                <a:latin typeface="Tahoma"/>
                <a:cs typeface="Tahoma"/>
              </a:rPr>
              <a:t> </a:t>
            </a:r>
            <a:r>
              <a:rPr dirty="0" sz="1500" spc="-25">
                <a:latin typeface="Tahoma"/>
                <a:cs typeface="Tahoma"/>
              </a:rPr>
              <a:t>it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6117335" y="2069591"/>
            <a:ext cx="5511165" cy="2261870"/>
            <a:chOff x="6117335" y="2069591"/>
            <a:chExt cx="5511165" cy="2261870"/>
          </a:xfrm>
        </p:grpSpPr>
        <p:sp>
          <p:nvSpPr>
            <p:cNvPr id="15" name="object 15" descr=""/>
            <p:cNvSpPr/>
            <p:nvPr/>
          </p:nvSpPr>
          <p:spPr>
            <a:xfrm>
              <a:off x="6117335" y="2069591"/>
              <a:ext cx="5511165" cy="2261870"/>
            </a:xfrm>
            <a:custGeom>
              <a:avLst/>
              <a:gdLst/>
              <a:ahLst/>
              <a:cxnLst/>
              <a:rect l="l" t="t" r="r" b="b"/>
              <a:pathLst>
                <a:path w="5511165" h="2261870">
                  <a:moveTo>
                    <a:pt x="5510783" y="2261615"/>
                  </a:moveTo>
                  <a:lnTo>
                    <a:pt x="0" y="2261615"/>
                  </a:lnTo>
                  <a:lnTo>
                    <a:pt x="0" y="0"/>
                  </a:lnTo>
                  <a:lnTo>
                    <a:pt x="5510783" y="0"/>
                  </a:lnTo>
                  <a:lnTo>
                    <a:pt x="5510783" y="73532"/>
                  </a:lnTo>
                  <a:lnTo>
                    <a:pt x="216788" y="73532"/>
                  </a:lnTo>
                  <a:lnTo>
                    <a:pt x="206467" y="74031"/>
                  </a:lnTo>
                  <a:lnTo>
                    <a:pt x="167347" y="85918"/>
                  </a:lnTo>
                  <a:lnTo>
                    <a:pt x="135755" y="111871"/>
                  </a:lnTo>
                  <a:lnTo>
                    <a:pt x="116499" y="147938"/>
                  </a:lnTo>
                  <a:lnTo>
                    <a:pt x="112013" y="178307"/>
                  </a:lnTo>
                  <a:lnTo>
                    <a:pt x="112013" y="2007107"/>
                  </a:lnTo>
                  <a:lnTo>
                    <a:pt x="119989" y="2047202"/>
                  </a:lnTo>
                  <a:lnTo>
                    <a:pt x="142701" y="2081194"/>
                  </a:lnTo>
                  <a:lnTo>
                    <a:pt x="176692" y="2103906"/>
                  </a:lnTo>
                  <a:lnTo>
                    <a:pt x="216788" y="2111882"/>
                  </a:lnTo>
                  <a:lnTo>
                    <a:pt x="5510783" y="2111882"/>
                  </a:lnTo>
                  <a:lnTo>
                    <a:pt x="5510783" y="2261615"/>
                  </a:lnTo>
                  <a:close/>
                </a:path>
                <a:path w="5511165" h="2261870">
                  <a:moveTo>
                    <a:pt x="5510783" y="2111882"/>
                  </a:moveTo>
                  <a:lnTo>
                    <a:pt x="5293613" y="2111882"/>
                  </a:lnTo>
                  <a:lnTo>
                    <a:pt x="5303934" y="2111384"/>
                  </a:lnTo>
                  <a:lnTo>
                    <a:pt x="5314057" y="2109888"/>
                  </a:lnTo>
                  <a:lnTo>
                    <a:pt x="5351833" y="2094240"/>
                  </a:lnTo>
                  <a:lnTo>
                    <a:pt x="5380746" y="2065327"/>
                  </a:lnTo>
                  <a:lnTo>
                    <a:pt x="5396393" y="2027551"/>
                  </a:lnTo>
                  <a:lnTo>
                    <a:pt x="5398388" y="2007107"/>
                  </a:lnTo>
                  <a:lnTo>
                    <a:pt x="5398388" y="178307"/>
                  </a:lnTo>
                  <a:lnTo>
                    <a:pt x="5390411" y="138212"/>
                  </a:lnTo>
                  <a:lnTo>
                    <a:pt x="5367700" y="104220"/>
                  </a:lnTo>
                  <a:lnTo>
                    <a:pt x="5333708" y="81508"/>
                  </a:lnTo>
                  <a:lnTo>
                    <a:pt x="5293613" y="73532"/>
                  </a:lnTo>
                  <a:lnTo>
                    <a:pt x="5510783" y="73532"/>
                  </a:lnTo>
                  <a:lnTo>
                    <a:pt x="5510783" y="2111882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219824" y="2133599"/>
              <a:ext cx="5305425" cy="2057400"/>
            </a:xfrm>
            <a:custGeom>
              <a:avLst/>
              <a:gdLst/>
              <a:ahLst/>
              <a:cxnLst/>
              <a:rect l="l" t="t" r="r" b="b"/>
              <a:pathLst>
                <a:path w="5305425" h="2057400">
                  <a:moveTo>
                    <a:pt x="5198630" y="2057399"/>
                  </a:moveTo>
                  <a:lnTo>
                    <a:pt x="106795" y="2057399"/>
                  </a:lnTo>
                  <a:lnTo>
                    <a:pt x="99361" y="2056667"/>
                  </a:lnTo>
                  <a:lnTo>
                    <a:pt x="57038" y="2042305"/>
                  </a:lnTo>
                  <a:lnTo>
                    <a:pt x="23431" y="2012840"/>
                  </a:lnTo>
                  <a:lnTo>
                    <a:pt x="3659" y="1972758"/>
                  </a:lnTo>
                  <a:lnTo>
                    <a:pt x="0" y="1950604"/>
                  </a:lnTo>
                  <a:lnTo>
                    <a:pt x="0" y="1943099"/>
                  </a:lnTo>
                  <a:lnTo>
                    <a:pt x="0" y="106794"/>
                  </a:lnTo>
                  <a:lnTo>
                    <a:pt x="11571" y="63625"/>
                  </a:lnTo>
                  <a:lnTo>
                    <a:pt x="38784" y="28170"/>
                  </a:lnTo>
                  <a:lnTo>
                    <a:pt x="77492" y="5828"/>
                  </a:lnTo>
                  <a:lnTo>
                    <a:pt x="106795" y="0"/>
                  </a:lnTo>
                  <a:lnTo>
                    <a:pt x="5198630" y="0"/>
                  </a:lnTo>
                  <a:lnTo>
                    <a:pt x="5241797" y="11572"/>
                  </a:lnTo>
                  <a:lnTo>
                    <a:pt x="5277252" y="38784"/>
                  </a:lnTo>
                  <a:lnTo>
                    <a:pt x="5299595" y="77492"/>
                  </a:lnTo>
                  <a:lnTo>
                    <a:pt x="5305424" y="106794"/>
                  </a:lnTo>
                  <a:lnTo>
                    <a:pt x="5305424" y="1950604"/>
                  </a:lnTo>
                  <a:lnTo>
                    <a:pt x="5293851" y="1993773"/>
                  </a:lnTo>
                  <a:lnTo>
                    <a:pt x="5266638" y="2029228"/>
                  </a:lnTo>
                  <a:lnTo>
                    <a:pt x="5227931" y="2051570"/>
                  </a:lnTo>
                  <a:lnTo>
                    <a:pt x="5206062" y="2056667"/>
                  </a:lnTo>
                  <a:lnTo>
                    <a:pt x="5198630" y="2057399"/>
                  </a:lnTo>
                  <a:close/>
                </a:path>
              </a:pathLst>
            </a:custGeom>
            <a:solidFill>
              <a:srgbClr val="F1F7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6457949" y="2943224"/>
              <a:ext cx="4829175" cy="19050"/>
            </a:xfrm>
            <a:custGeom>
              <a:avLst/>
              <a:gdLst/>
              <a:ahLst/>
              <a:cxnLst/>
              <a:rect l="l" t="t" r="r" b="b"/>
              <a:pathLst>
                <a:path w="4829175" h="19050">
                  <a:moveTo>
                    <a:pt x="4829174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4829174" y="0"/>
                  </a:lnTo>
                  <a:lnTo>
                    <a:pt x="4829174" y="19049"/>
                  </a:lnTo>
                  <a:close/>
                </a:path>
              </a:pathLst>
            </a:custGeom>
            <a:solidFill>
              <a:srgbClr val="2E7D32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6457950" y="2371724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3" y="476249"/>
                  </a:moveTo>
                  <a:lnTo>
                    <a:pt x="230325" y="476249"/>
                  </a:lnTo>
                  <a:lnTo>
                    <a:pt x="222545" y="475867"/>
                  </a:lnTo>
                  <a:lnTo>
                    <a:pt x="184018" y="470152"/>
                  </a:lnTo>
                  <a:lnTo>
                    <a:pt x="139792" y="455138"/>
                  </a:lnTo>
                  <a:lnTo>
                    <a:pt x="99345" y="431785"/>
                  </a:lnTo>
                  <a:lnTo>
                    <a:pt x="64229" y="400989"/>
                  </a:lnTo>
                  <a:lnTo>
                    <a:pt x="35797" y="363935"/>
                  </a:lnTo>
                  <a:lnTo>
                    <a:pt x="15140" y="322045"/>
                  </a:lnTo>
                  <a:lnTo>
                    <a:pt x="3053" y="276931"/>
                  </a:lnTo>
                  <a:lnTo>
                    <a:pt x="0" y="245923"/>
                  </a:lnTo>
                  <a:lnTo>
                    <a:pt x="0" y="230326"/>
                  </a:lnTo>
                  <a:lnTo>
                    <a:pt x="6096" y="184019"/>
                  </a:lnTo>
                  <a:lnTo>
                    <a:pt x="21109" y="139792"/>
                  </a:lnTo>
                  <a:lnTo>
                    <a:pt x="44462" y="99344"/>
                  </a:lnTo>
                  <a:lnTo>
                    <a:pt x="75259" y="64230"/>
                  </a:lnTo>
                  <a:lnTo>
                    <a:pt x="112314" y="35798"/>
                  </a:lnTo>
                  <a:lnTo>
                    <a:pt x="154202" y="15141"/>
                  </a:lnTo>
                  <a:lnTo>
                    <a:pt x="199317" y="3054"/>
                  </a:lnTo>
                  <a:lnTo>
                    <a:pt x="230325" y="0"/>
                  </a:lnTo>
                  <a:lnTo>
                    <a:pt x="245923" y="0"/>
                  </a:lnTo>
                  <a:lnTo>
                    <a:pt x="292229" y="6096"/>
                  </a:lnTo>
                  <a:lnTo>
                    <a:pt x="336456" y="21110"/>
                  </a:lnTo>
                  <a:lnTo>
                    <a:pt x="376903" y="44463"/>
                  </a:lnTo>
                  <a:lnTo>
                    <a:pt x="412018" y="75259"/>
                  </a:lnTo>
                  <a:lnTo>
                    <a:pt x="440450" y="112313"/>
                  </a:lnTo>
                  <a:lnTo>
                    <a:pt x="461107" y="154203"/>
                  </a:lnTo>
                  <a:lnTo>
                    <a:pt x="473194" y="199317"/>
                  </a:lnTo>
                  <a:lnTo>
                    <a:pt x="476249" y="230326"/>
                  </a:lnTo>
                  <a:lnTo>
                    <a:pt x="476249" y="238124"/>
                  </a:lnTo>
                  <a:lnTo>
                    <a:pt x="476249" y="245923"/>
                  </a:lnTo>
                  <a:lnTo>
                    <a:pt x="470152" y="292229"/>
                  </a:lnTo>
                  <a:lnTo>
                    <a:pt x="455138" y="336456"/>
                  </a:lnTo>
                  <a:lnTo>
                    <a:pt x="431785" y="376904"/>
                  </a:lnTo>
                  <a:lnTo>
                    <a:pt x="400989" y="412019"/>
                  </a:lnTo>
                  <a:lnTo>
                    <a:pt x="363934" y="440451"/>
                  </a:lnTo>
                  <a:lnTo>
                    <a:pt x="322045" y="461107"/>
                  </a:lnTo>
                  <a:lnTo>
                    <a:pt x="276931" y="473195"/>
                  </a:lnTo>
                  <a:lnTo>
                    <a:pt x="253703" y="475867"/>
                  </a:lnTo>
                  <a:lnTo>
                    <a:pt x="245923" y="476249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67487" y="2498724"/>
              <a:ext cx="238125" cy="222250"/>
            </a:xfrm>
            <a:prstGeom prst="rect">
              <a:avLst/>
            </a:prstGeom>
          </p:spPr>
        </p:pic>
      </p:grpSp>
      <p:sp>
        <p:nvSpPr>
          <p:cNvPr id="20" name="object 20" descr=""/>
          <p:cNvSpPr txBox="1"/>
          <p:nvPr/>
        </p:nvSpPr>
        <p:spPr>
          <a:xfrm>
            <a:off x="7059612" y="2463800"/>
            <a:ext cx="436245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-170" b="1">
                <a:solidFill>
                  <a:srgbClr val="2E7D32"/>
                </a:solidFill>
                <a:latin typeface="Tahoma"/>
                <a:cs typeface="Tahoma"/>
              </a:rPr>
              <a:t>NGO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6457949" y="3248024"/>
            <a:ext cx="523875" cy="323850"/>
          </a:xfrm>
          <a:custGeom>
            <a:avLst/>
            <a:gdLst/>
            <a:ahLst/>
            <a:cxnLst/>
            <a:rect l="l" t="t" r="r" b="b"/>
            <a:pathLst>
              <a:path w="523875" h="323850">
                <a:moveTo>
                  <a:pt x="361949" y="323849"/>
                </a:moveTo>
                <a:lnTo>
                  <a:pt x="161924" y="323849"/>
                </a:lnTo>
                <a:lnTo>
                  <a:pt x="153969" y="323655"/>
                </a:lnTo>
                <a:lnTo>
                  <a:pt x="114920" y="316878"/>
                </a:lnTo>
                <a:lnTo>
                  <a:pt x="78685" y="300817"/>
                </a:lnTo>
                <a:lnTo>
                  <a:pt x="47426" y="276422"/>
                </a:lnTo>
                <a:lnTo>
                  <a:pt x="23030" y="245162"/>
                </a:lnTo>
                <a:lnTo>
                  <a:pt x="6970" y="208929"/>
                </a:lnTo>
                <a:lnTo>
                  <a:pt x="194" y="169879"/>
                </a:lnTo>
                <a:lnTo>
                  <a:pt x="0" y="161924"/>
                </a:lnTo>
                <a:lnTo>
                  <a:pt x="194" y="153969"/>
                </a:lnTo>
                <a:lnTo>
                  <a:pt x="6970" y="114919"/>
                </a:lnTo>
                <a:lnTo>
                  <a:pt x="23030" y="78686"/>
                </a:lnTo>
                <a:lnTo>
                  <a:pt x="47426" y="47426"/>
                </a:lnTo>
                <a:lnTo>
                  <a:pt x="78685" y="23031"/>
                </a:lnTo>
                <a:lnTo>
                  <a:pt x="114920" y="6970"/>
                </a:lnTo>
                <a:lnTo>
                  <a:pt x="153969" y="194"/>
                </a:lnTo>
                <a:lnTo>
                  <a:pt x="161924" y="0"/>
                </a:lnTo>
                <a:lnTo>
                  <a:pt x="361949" y="0"/>
                </a:lnTo>
                <a:lnTo>
                  <a:pt x="401304" y="4853"/>
                </a:lnTo>
                <a:lnTo>
                  <a:pt x="438280" y="19118"/>
                </a:lnTo>
                <a:lnTo>
                  <a:pt x="470685" y="41939"/>
                </a:lnTo>
                <a:lnTo>
                  <a:pt x="496585" y="71964"/>
                </a:lnTo>
                <a:lnTo>
                  <a:pt x="514413" y="107382"/>
                </a:lnTo>
                <a:lnTo>
                  <a:pt x="523096" y="146053"/>
                </a:lnTo>
                <a:lnTo>
                  <a:pt x="523874" y="161924"/>
                </a:lnTo>
                <a:lnTo>
                  <a:pt x="523680" y="169879"/>
                </a:lnTo>
                <a:lnTo>
                  <a:pt x="516903" y="208929"/>
                </a:lnTo>
                <a:lnTo>
                  <a:pt x="500843" y="245162"/>
                </a:lnTo>
                <a:lnTo>
                  <a:pt x="476448" y="276422"/>
                </a:lnTo>
                <a:lnTo>
                  <a:pt x="445187" y="300817"/>
                </a:lnTo>
                <a:lnTo>
                  <a:pt x="408954" y="316878"/>
                </a:lnTo>
                <a:lnTo>
                  <a:pt x="369905" y="323655"/>
                </a:lnTo>
                <a:lnTo>
                  <a:pt x="361949" y="323849"/>
                </a:lnTo>
                <a:close/>
              </a:path>
            </a:pathLst>
          </a:custGeom>
          <a:solidFill>
            <a:srgbClr val="2E7D32">
              <a:alpha val="101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6440487" y="3178175"/>
            <a:ext cx="4841875" cy="654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95250">
              <a:lnSpc>
                <a:spcPct val="137500"/>
              </a:lnSpc>
              <a:spcBef>
                <a:spcPts val="100"/>
              </a:spcBef>
              <a:tabLst>
                <a:tab pos="657860" algn="l"/>
              </a:tabLst>
            </a:pPr>
            <a:r>
              <a:rPr dirty="0" sz="1200" spc="-50">
                <a:solidFill>
                  <a:srgbClr val="2E7D32"/>
                </a:solidFill>
                <a:latin typeface="Tahoma"/>
                <a:cs typeface="Tahoma"/>
              </a:rPr>
              <a:t>As</a:t>
            </a:r>
            <a:r>
              <a:rPr dirty="0" sz="1200" spc="-125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2E7D32"/>
                </a:solidFill>
                <a:latin typeface="Tahoma"/>
                <a:cs typeface="Tahoma"/>
              </a:rPr>
              <a:t>an</a:t>
            </a:r>
            <a:r>
              <a:rPr dirty="0" sz="1200">
                <a:solidFill>
                  <a:srgbClr val="2E7D32"/>
                </a:solidFill>
                <a:latin typeface="Tahoma"/>
                <a:cs typeface="Tahoma"/>
              </a:rPr>
              <a:t>	</a:t>
            </a:r>
            <a:r>
              <a:rPr dirty="0" sz="1500" spc="-150" b="1">
                <a:solidFill>
                  <a:srgbClr val="2E7D32"/>
                </a:solidFill>
                <a:latin typeface="Tahoma"/>
                <a:cs typeface="Tahoma"/>
              </a:rPr>
              <a:t>NGO</a:t>
            </a:r>
            <a:r>
              <a:rPr dirty="0" sz="1500" spc="-150">
                <a:latin typeface="Tahoma"/>
                <a:cs typeface="Tahoma"/>
              </a:rPr>
              <a:t>, </a:t>
            </a:r>
            <a:r>
              <a:rPr dirty="0" sz="1500" spc="-175">
                <a:latin typeface="Tahoma"/>
                <a:cs typeface="Tahoma"/>
              </a:rPr>
              <a:t>I</a:t>
            </a:r>
            <a:r>
              <a:rPr dirty="0" sz="1500" spc="-145">
                <a:latin typeface="Tahoma"/>
                <a:cs typeface="Tahoma"/>
              </a:rPr>
              <a:t> </a:t>
            </a:r>
            <a:r>
              <a:rPr dirty="0" sz="1500" spc="-35">
                <a:latin typeface="Tahoma"/>
                <a:cs typeface="Tahoma"/>
              </a:rPr>
              <a:t>want</a:t>
            </a:r>
            <a:r>
              <a:rPr dirty="0" sz="1500" spc="-145">
                <a:latin typeface="Tahoma"/>
                <a:cs typeface="Tahoma"/>
              </a:rPr>
              <a:t> </a:t>
            </a:r>
            <a:r>
              <a:rPr dirty="0" sz="1500" spc="-10">
                <a:latin typeface="Tahoma"/>
                <a:cs typeface="Tahoma"/>
              </a:rPr>
              <a:t>to</a:t>
            </a:r>
            <a:r>
              <a:rPr dirty="0" sz="1500" spc="-145">
                <a:latin typeface="Tahoma"/>
                <a:cs typeface="Tahoma"/>
              </a:rPr>
              <a:t> </a:t>
            </a:r>
            <a:r>
              <a:rPr dirty="0" sz="1500" spc="-140" b="1">
                <a:solidFill>
                  <a:srgbClr val="2E7D32"/>
                </a:solidFill>
                <a:latin typeface="Tahoma"/>
                <a:cs typeface="Tahoma"/>
              </a:rPr>
              <a:t>view</a:t>
            </a:r>
            <a:r>
              <a:rPr dirty="0" sz="1500" spc="-114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500" spc="-130" b="1">
                <a:solidFill>
                  <a:srgbClr val="2E7D32"/>
                </a:solidFill>
                <a:latin typeface="Tahoma"/>
                <a:cs typeface="Tahoma"/>
              </a:rPr>
              <a:t>nearby</a:t>
            </a:r>
            <a:r>
              <a:rPr dirty="0" sz="1500" spc="-114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500" spc="-125" b="1">
                <a:solidFill>
                  <a:srgbClr val="2E7D32"/>
                </a:solidFill>
                <a:latin typeface="Tahoma"/>
                <a:cs typeface="Tahoma"/>
              </a:rPr>
              <a:t>open</a:t>
            </a:r>
            <a:r>
              <a:rPr dirty="0" sz="1500" spc="-114" b="1">
                <a:solidFill>
                  <a:srgbClr val="2E7D32"/>
                </a:solidFill>
                <a:latin typeface="Tahoma"/>
                <a:cs typeface="Tahoma"/>
              </a:rPr>
              <a:t> donations</a:t>
            </a:r>
            <a:r>
              <a:rPr dirty="0" sz="1500" spc="-120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500" spc="-30">
                <a:latin typeface="Tahoma"/>
                <a:cs typeface="Tahoma"/>
              </a:rPr>
              <a:t>so</a:t>
            </a:r>
            <a:r>
              <a:rPr dirty="0" sz="1500" spc="-145">
                <a:latin typeface="Tahoma"/>
                <a:cs typeface="Tahoma"/>
              </a:rPr>
              <a:t> </a:t>
            </a:r>
            <a:r>
              <a:rPr dirty="0" sz="1500" spc="-25">
                <a:latin typeface="Tahoma"/>
                <a:cs typeface="Tahoma"/>
              </a:rPr>
              <a:t>that</a:t>
            </a:r>
            <a:r>
              <a:rPr dirty="0" sz="1500" spc="-145">
                <a:latin typeface="Tahoma"/>
                <a:cs typeface="Tahoma"/>
              </a:rPr>
              <a:t> </a:t>
            </a:r>
            <a:r>
              <a:rPr dirty="0" sz="1500" spc="-95">
                <a:latin typeface="Tahoma"/>
                <a:cs typeface="Tahoma"/>
              </a:rPr>
              <a:t>I </a:t>
            </a:r>
            <a:r>
              <a:rPr dirty="0" sz="1500" spc="-35">
                <a:latin typeface="Tahoma"/>
                <a:cs typeface="Tahoma"/>
              </a:rPr>
              <a:t>can</a:t>
            </a:r>
            <a:r>
              <a:rPr dirty="0" sz="1500" spc="-155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claim</a:t>
            </a:r>
            <a:r>
              <a:rPr dirty="0" sz="1500" spc="-150">
                <a:latin typeface="Tahoma"/>
                <a:cs typeface="Tahoma"/>
              </a:rPr>
              <a:t> </a:t>
            </a:r>
            <a:r>
              <a:rPr dirty="0" sz="1500" spc="-20">
                <a:latin typeface="Tahoma"/>
                <a:cs typeface="Tahoma"/>
              </a:rPr>
              <a:t>them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563879" y="4364735"/>
            <a:ext cx="5520055" cy="2252980"/>
            <a:chOff x="563879" y="4364735"/>
            <a:chExt cx="5520055" cy="2252980"/>
          </a:xfrm>
        </p:grpSpPr>
        <p:sp>
          <p:nvSpPr>
            <p:cNvPr id="24" name="object 24" descr=""/>
            <p:cNvSpPr/>
            <p:nvPr/>
          </p:nvSpPr>
          <p:spPr>
            <a:xfrm>
              <a:off x="563879" y="4364735"/>
              <a:ext cx="5520055" cy="2252980"/>
            </a:xfrm>
            <a:custGeom>
              <a:avLst/>
              <a:gdLst/>
              <a:ahLst/>
              <a:cxnLst/>
              <a:rect l="l" t="t" r="r" b="b"/>
              <a:pathLst>
                <a:path w="5520055" h="2252979">
                  <a:moveTo>
                    <a:pt x="5519927" y="2252471"/>
                  </a:moveTo>
                  <a:lnTo>
                    <a:pt x="0" y="2252471"/>
                  </a:lnTo>
                  <a:lnTo>
                    <a:pt x="0" y="0"/>
                  </a:lnTo>
                  <a:lnTo>
                    <a:pt x="5519927" y="0"/>
                  </a:lnTo>
                  <a:lnTo>
                    <a:pt x="5519927" y="73913"/>
                  </a:lnTo>
                  <a:lnTo>
                    <a:pt x="217169" y="73913"/>
                  </a:lnTo>
                  <a:lnTo>
                    <a:pt x="206848" y="74412"/>
                  </a:lnTo>
                  <a:lnTo>
                    <a:pt x="167729" y="86299"/>
                  </a:lnTo>
                  <a:lnTo>
                    <a:pt x="136136" y="112251"/>
                  </a:lnTo>
                  <a:lnTo>
                    <a:pt x="116881" y="148319"/>
                  </a:lnTo>
                  <a:lnTo>
                    <a:pt x="112394" y="178688"/>
                  </a:lnTo>
                  <a:lnTo>
                    <a:pt x="112394" y="1997963"/>
                  </a:lnTo>
                  <a:lnTo>
                    <a:pt x="120370" y="2038058"/>
                  </a:lnTo>
                  <a:lnTo>
                    <a:pt x="143082" y="2072050"/>
                  </a:lnTo>
                  <a:lnTo>
                    <a:pt x="177074" y="2094762"/>
                  </a:lnTo>
                  <a:lnTo>
                    <a:pt x="217169" y="2102738"/>
                  </a:lnTo>
                  <a:lnTo>
                    <a:pt x="5519927" y="2102738"/>
                  </a:lnTo>
                  <a:lnTo>
                    <a:pt x="5519927" y="2252471"/>
                  </a:lnTo>
                  <a:close/>
                </a:path>
                <a:path w="5520055" h="2252979">
                  <a:moveTo>
                    <a:pt x="5519927" y="2102738"/>
                  </a:moveTo>
                  <a:lnTo>
                    <a:pt x="5303519" y="2102738"/>
                  </a:lnTo>
                  <a:lnTo>
                    <a:pt x="5313840" y="2102240"/>
                  </a:lnTo>
                  <a:lnTo>
                    <a:pt x="5323963" y="2100744"/>
                  </a:lnTo>
                  <a:lnTo>
                    <a:pt x="5361739" y="2085096"/>
                  </a:lnTo>
                  <a:lnTo>
                    <a:pt x="5390652" y="2056183"/>
                  </a:lnTo>
                  <a:lnTo>
                    <a:pt x="5406300" y="2018407"/>
                  </a:lnTo>
                  <a:lnTo>
                    <a:pt x="5408294" y="1997963"/>
                  </a:lnTo>
                  <a:lnTo>
                    <a:pt x="5408294" y="178688"/>
                  </a:lnTo>
                  <a:lnTo>
                    <a:pt x="5400318" y="138592"/>
                  </a:lnTo>
                  <a:lnTo>
                    <a:pt x="5377606" y="104601"/>
                  </a:lnTo>
                  <a:lnTo>
                    <a:pt x="5343614" y="81888"/>
                  </a:lnTo>
                  <a:lnTo>
                    <a:pt x="5303519" y="73913"/>
                  </a:lnTo>
                  <a:lnTo>
                    <a:pt x="5519927" y="73913"/>
                  </a:lnTo>
                  <a:lnTo>
                    <a:pt x="5519927" y="2102738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666749" y="4429124"/>
              <a:ext cx="5314950" cy="2047875"/>
            </a:xfrm>
            <a:custGeom>
              <a:avLst/>
              <a:gdLst/>
              <a:ahLst/>
              <a:cxnLst/>
              <a:rect l="l" t="t" r="r" b="b"/>
              <a:pathLst>
                <a:path w="5314950" h="2047875">
                  <a:moveTo>
                    <a:pt x="5208154" y="2047874"/>
                  </a:moveTo>
                  <a:lnTo>
                    <a:pt x="106794" y="2047874"/>
                  </a:lnTo>
                  <a:lnTo>
                    <a:pt x="99361" y="2047142"/>
                  </a:lnTo>
                  <a:lnTo>
                    <a:pt x="57038" y="2032780"/>
                  </a:lnTo>
                  <a:lnTo>
                    <a:pt x="23432" y="2003316"/>
                  </a:lnTo>
                  <a:lnTo>
                    <a:pt x="3660" y="1963233"/>
                  </a:lnTo>
                  <a:lnTo>
                    <a:pt x="0" y="1941079"/>
                  </a:lnTo>
                  <a:lnTo>
                    <a:pt x="0" y="1933574"/>
                  </a:lnTo>
                  <a:lnTo>
                    <a:pt x="0" y="106794"/>
                  </a:lnTo>
                  <a:lnTo>
                    <a:pt x="11572" y="63624"/>
                  </a:lnTo>
                  <a:lnTo>
                    <a:pt x="38784" y="28170"/>
                  </a:lnTo>
                  <a:lnTo>
                    <a:pt x="77492" y="5827"/>
                  </a:lnTo>
                  <a:lnTo>
                    <a:pt x="106794" y="0"/>
                  </a:lnTo>
                  <a:lnTo>
                    <a:pt x="5208154" y="0"/>
                  </a:lnTo>
                  <a:lnTo>
                    <a:pt x="5251323" y="11571"/>
                  </a:lnTo>
                  <a:lnTo>
                    <a:pt x="5286778" y="38784"/>
                  </a:lnTo>
                  <a:lnTo>
                    <a:pt x="5309120" y="77492"/>
                  </a:lnTo>
                  <a:lnTo>
                    <a:pt x="5314949" y="106794"/>
                  </a:lnTo>
                  <a:lnTo>
                    <a:pt x="5314949" y="1941079"/>
                  </a:lnTo>
                  <a:lnTo>
                    <a:pt x="5303375" y="1984248"/>
                  </a:lnTo>
                  <a:lnTo>
                    <a:pt x="5276164" y="2019703"/>
                  </a:lnTo>
                  <a:lnTo>
                    <a:pt x="5237455" y="2042046"/>
                  </a:lnTo>
                  <a:lnTo>
                    <a:pt x="5215587" y="2047142"/>
                  </a:lnTo>
                  <a:lnTo>
                    <a:pt x="5208154" y="2047874"/>
                  </a:lnTo>
                  <a:close/>
                </a:path>
              </a:pathLst>
            </a:custGeom>
            <a:solidFill>
              <a:srgbClr val="F1F7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904874" y="5238749"/>
              <a:ext cx="4838700" cy="19050"/>
            </a:xfrm>
            <a:custGeom>
              <a:avLst/>
              <a:gdLst/>
              <a:ahLst/>
              <a:cxnLst/>
              <a:rect l="l" t="t" r="r" b="b"/>
              <a:pathLst>
                <a:path w="4838700" h="19050">
                  <a:moveTo>
                    <a:pt x="48386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4838699" y="0"/>
                  </a:lnTo>
                  <a:lnTo>
                    <a:pt x="4838699" y="19049"/>
                  </a:lnTo>
                  <a:close/>
                </a:path>
              </a:pathLst>
            </a:custGeom>
            <a:solidFill>
              <a:srgbClr val="2E7D32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904874" y="4667249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3" y="476249"/>
                  </a:moveTo>
                  <a:lnTo>
                    <a:pt x="230326" y="476249"/>
                  </a:lnTo>
                  <a:lnTo>
                    <a:pt x="222546" y="475867"/>
                  </a:lnTo>
                  <a:lnTo>
                    <a:pt x="184020" y="470152"/>
                  </a:lnTo>
                  <a:lnTo>
                    <a:pt x="139793" y="455138"/>
                  </a:lnTo>
                  <a:lnTo>
                    <a:pt x="99345" y="431784"/>
                  </a:lnTo>
                  <a:lnTo>
                    <a:pt x="64230" y="400989"/>
                  </a:lnTo>
                  <a:lnTo>
                    <a:pt x="35798" y="363934"/>
                  </a:lnTo>
                  <a:lnTo>
                    <a:pt x="15141" y="322045"/>
                  </a:lnTo>
                  <a:lnTo>
                    <a:pt x="3053" y="276931"/>
                  </a:lnTo>
                  <a:lnTo>
                    <a:pt x="0" y="245923"/>
                  </a:lnTo>
                  <a:lnTo>
                    <a:pt x="0" y="230325"/>
                  </a:lnTo>
                  <a:lnTo>
                    <a:pt x="6097" y="184019"/>
                  </a:lnTo>
                  <a:lnTo>
                    <a:pt x="21110" y="139792"/>
                  </a:lnTo>
                  <a:lnTo>
                    <a:pt x="44464" y="99344"/>
                  </a:lnTo>
                  <a:lnTo>
                    <a:pt x="75259" y="64230"/>
                  </a:lnTo>
                  <a:lnTo>
                    <a:pt x="112314" y="35797"/>
                  </a:lnTo>
                  <a:lnTo>
                    <a:pt x="154203" y="15141"/>
                  </a:lnTo>
                  <a:lnTo>
                    <a:pt x="199318" y="3053"/>
                  </a:lnTo>
                  <a:lnTo>
                    <a:pt x="230326" y="0"/>
                  </a:lnTo>
                  <a:lnTo>
                    <a:pt x="245923" y="0"/>
                  </a:lnTo>
                  <a:lnTo>
                    <a:pt x="292229" y="6097"/>
                  </a:lnTo>
                  <a:lnTo>
                    <a:pt x="336456" y="21110"/>
                  </a:lnTo>
                  <a:lnTo>
                    <a:pt x="376904" y="44463"/>
                  </a:lnTo>
                  <a:lnTo>
                    <a:pt x="412019" y="75259"/>
                  </a:lnTo>
                  <a:lnTo>
                    <a:pt x="440451" y="112313"/>
                  </a:lnTo>
                  <a:lnTo>
                    <a:pt x="461108" y="154203"/>
                  </a:lnTo>
                  <a:lnTo>
                    <a:pt x="473195" y="199317"/>
                  </a:lnTo>
                  <a:lnTo>
                    <a:pt x="476250" y="230325"/>
                  </a:lnTo>
                  <a:lnTo>
                    <a:pt x="476249" y="238124"/>
                  </a:lnTo>
                  <a:lnTo>
                    <a:pt x="476250" y="245923"/>
                  </a:lnTo>
                  <a:lnTo>
                    <a:pt x="470152" y="292228"/>
                  </a:lnTo>
                  <a:lnTo>
                    <a:pt x="455139" y="336455"/>
                  </a:lnTo>
                  <a:lnTo>
                    <a:pt x="431785" y="376904"/>
                  </a:lnTo>
                  <a:lnTo>
                    <a:pt x="400990" y="412018"/>
                  </a:lnTo>
                  <a:lnTo>
                    <a:pt x="363935" y="440450"/>
                  </a:lnTo>
                  <a:lnTo>
                    <a:pt x="322046" y="461107"/>
                  </a:lnTo>
                  <a:lnTo>
                    <a:pt x="276931" y="473195"/>
                  </a:lnTo>
                  <a:lnTo>
                    <a:pt x="253703" y="475867"/>
                  </a:lnTo>
                  <a:lnTo>
                    <a:pt x="245923" y="476249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9649" y="4787899"/>
              <a:ext cx="266700" cy="228600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904874" y="5543549"/>
              <a:ext cx="447675" cy="323850"/>
            </a:xfrm>
            <a:custGeom>
              <a:avLst/>
              <a:gdLst/>
              <a:ahLst/>
              <a:cxnLst/>
              <a:rect l="l" t="t" r="r" b="b"/>
              <a:pathLst>
                <a:path w="447675" h="323850">
                  <a:moveTo>
                    <a:pt x="285749" y="323849"/>
                  </a:moveTo>
                  <a:lnTo>
                    <a:pt x="161924" y="323849"/>
                  </a:lnTo>
                  <a:lnTo>
                    <a:pt x="153969" y="323655"/>
                  </a:lnTo>
                  <a:lnTo>
                    <a:pt x="114919" y="316878"/>
                  </a:lnTo>
                  <a:lnTo>
                    <a:pt x="78686" y="300818"/>
                  </a:lnTo>
                  <a:lnTo>
                    <a:pt x="47426" y="276422"/>
                  </a:lnTo>
                  <a:lnTo>
                    <a:pt x="23031" y="245162"/>
                  </a:lnTo>
                  <a:lnTo>
                    <a:pt x="6970" y="208929"/>
                  </a:lnTo>
                  <a:lnTo>
                    <a:pt x="194" y="169879"/>
                  </a:lnTo>
                  <a:lnTo>
                    <a:pt x="0" y="161924"/>
                  </a:lnTo>
                  <a:lnTo>
                    <a:pt x="194" y="153969"/>
                  </a:lnTo>
                  <a:lnTo>
                    <a:pt x="6970" y="114918"/>
                  </a:lnTo>
                  <a:lnTo>
                    <a:pt x="23031" y="78685"/>
                  </a:lnTo>
                  <a:lnTo>
                    <a:pt x="47426" y="47426"/>
                  </a:lnTo>
                  <a:lnTo>
                    <a:pt x="78686" y="23031"/>
                  </a:lnTo>
                  <a:lnTo>
                    <a:pt x="114919" y="6970"/>
                  </a:lnTo>
                  <a:lnTo>
                    <a:pt x="153969" y="194"/>
                  </a:lnTo>
                  <a:lnTo>
                    <a:pt x="161924" y="0"/>
                  </a:lnTo>
                  <a:lnTo>
                    <a:pt x="285749" y="0"/>
                  </a:lnTo>
                  <a:lnTo>
                    <a:pt x="325104" y="4854"/>
                  </a:lnTo>
                  <a:lnTo>
                    <a:pt x="362081" y="19117"/>
                  </a:lnTo>
                  <a:lnTo>
                    <a:pt x="394485" y="41938"/>
                  </a:lnTo>
                  <a:lnTo>
                    <a:pt x="420385" y="71963"/>
                  </a:lnTo>
                  <a:lnTo>
                    <a:pt x="438213" y="107381"/>
                  </a:lnTo>
                  <a:lnTo>
                    <a:pt x="446896" y="146053"/>
                  </a:lnTo>
                  <a:lnTo>
                    <a:pt x="447674" y="161924"/>
                  </a:lnTo>
                  <a:lnTo>
                    <a:pt x="447480" y="169879"/>
                  </a:lnTo>
                  <a:lnTo>
                    <a:pt x="440704" y="208929"/>
                  </a:lnTo>
                  <a:lnTo>
                    <a:pt x="424643" y="245162"/>
                  </a:lnTo>
                  <a:lnTo>
                    <a:pt x="400248" y="276422"/>
                  </a:lnTo>
                  <a:lnTo>
                    <a:pt x="368988" y="300818"/>
                  </a:lnTo>
                  <a:lnTo>
                    <a:pt x="332754" y="316878"/>
                  </a:lnTo>
                  <a:lnTo>
                    <a:pt x="293704" y="323655"/>
                  </a:lnTo>
                  <a:lnTo>
                    <a:pt x="285749" y="323849"/>
                  </a:lnTo>
                  <a:close/>
                </a:path>
              </a:pathLst>
            </a:custGeom>
            <a:solidFill>
              <a:srgbClr val="2E7D32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892175" y="4759325"/>
            <a:ext cx="4677410" cy="13684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31190">
              <a:lnSpc>
                <a:spcPct val="100000"/>
              </a:lnSpc>
              <a:spcBef>
                <a:spcPts val="100"/>
              </a:spcBef>
            </a:pPr>
            <a:r>
              <a:rPr dirty="0" sz="1650" spc="-30" b="1">
                <a:solidFill>
                  <a:srgbClr val="2E7D32"/>
                </a:solidFill>
                <a:latin typeface="Tahoma"/>
                <a:cs typeface="Tahoma"/>
              </a:rPr>
              <a:t>Volunteer</a:t>
            </a:r>
            <a:endParaRPr sz="16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50"/>
              </a:spcBef>
            </a:pPr>
            <a:endParaRPr sz="1650">
              <a:latin typeface="Tahoma"/>
              <a:cs typeface="Tahoma"/>
            </a:endParaRPr>
          </a:p>
          <a:p>
            <a:pPr marL="12700" marR="5080" indent="95250">
              <a:lnSpc>
                <a:spcPct val="137500"/>
              </a:lnSpc>
              <a:tabLst>
                <a:tab pos="574675" algn="l"/>
              </a:tabLst>
            </a:pPr>
            <a:r>
              <a:rPr dirty="0" sz="1200" spc="-50">
                <a:solidFill>
                  <a:srgbClr val="2E7D32"/>
                </a:solidFill>
                <a:latin typeface="Tahoma"/>
                <a:cs typeface="Tahoma"/>
              </a:rPr>
              <a:t>As</a:t>
            </a:r>
            <a:r>
              <a:rPr dirty="0" sz="1200" spc="-125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200" spc="-50">
                <a:solidFill>
                  <a:srgbClr val="2E7D32"/>
                </a:solidFill>
                <a:latin typeface="Tahoma"/>
                <a:cs typeface="Tahoma"/>
              </a:rPr>
              <a:t>a</a:t>
            </a:r>
            <a:r>
              <a:rPr dirty="0" sz="1200">
                <a:solidFill>
                  <a:srgbClr val="2E7D32"/>
                </a:solidFill>
                <a:latin typeface="Tahoma"/>
                <a:cs typeface="Tahoma"/>
              </a:rPr>
              <a:t>	</a:t>
            </a:r>
            <a:r>
              <a:rPr dirty="0" sz="1500" spc="-125" b="1">
                <a:solidFill>
                  <a:srgbClr val="2E7D32"/>
                </a:solidFill>
                <a:latin typeface="Tahoma"/>
                <a:cs typeface="Tahoma"/>
              </a:rPr>
              <a:t>Volunteer</a:t>
            </a:r>
            <a:r>
              <a:rPr dirty="0" sz="1500" spc="-125">
                <a:latin typeface="Tahoma"/>
                <a:cs typeface="Tahoma"/>
              </a:rPr>
              <a:t>,</a:t>
            </a:r>
            <a:r>
              <a:rPr dirty="0" sz="1500" spc="-140">
                <a:latin typeface="Tahoma"/>
                <a:cs typeface="Tahoma"/>
              </a:rPr>
              <a:t> </a:t>
            </a:r>
            <a:r>
              <a:rPr dirty="0" sz="1500" spc="-175">
                <a:latin typeface="Tahoma"/>
                <a:cs typeface="Tahoma"/>
              </a:rPr>
              <a:t>I</a:t>
            </a:r>
            <a:r>
              <a:rPr dirty="0" sz="1500" spc="-140">
                <a:latin typeface="Tahoma"/>
                <a:cs typeface="Tahoma"/>
              </a:rPr>
              <a:t> </a:t>
            </a:r>
            <a:r>
              <a:rPr dirty="0" sz="1500" spc="-35">
                <a:latin typeface="Tahoma"/>
                <a:cs typeface="Tahoma"/>
              </a:rPr>
              <a:t>want</a:t>
            </a:r>
            <a:r>
              <a:rPr dirty="0" sz="1500" spc="-140">
                <a:latin typeface="Tahoma"/>
                <a:cs typeface="Tahoma"/>
              </a:rPr>
              <a:t> </a:t>
            </a:r>
            <a:r>
              <a:rPr dirty="0" sz="1500" spc="-10">
                <a:latin typeface="Tahoma"/>
                <a:cs typeface="Tahoma"/>
              </a:rPr>
              <a:t>to</a:t>
            </a:r>
            <a:r>
              <a:rPr dirty="0" sz="1500" spc="-140">
                <a:latin typeface="Tahoma"/>
                <a:cs typeface="Tahoma"/>
              </a:rPr>
              <a:t> </a:t>
            </a:r>
            <a:r>
              <a:rPr dirty="0" sz="1500" spc="-140" b="1">
                <a:solidFill>
                  <a:srgbClr val="2E7D32"/>
                </a:solidFill>
                <a:latin typeface="Tahoma"/>
                <a:cs typeface="Tahoma"/>
              </a:rPr>
              <a:t>see</a:t>
            </a:r>
            <a:r>
              <a:rPr dirty="0" sz="1500" spc="-110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500" spc="-155" b="1">
                <a:solidFill>
                  <a:srgbClr val="2E7D32"/>
                </a:solidFill>
                <a:latin typeface="Tahoma"/>
                <a:cs typeface="Tahoma"/>
              </a:rPr>
              <a:t>my</a:t>
            </a:r>
            <a:r>
              <a:rPr dirty="0" sz="1500" spc="-110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500" spc="-130" b="1">
                <a:solidFill>
                  <a:srgbClr val="2E7D32"/>
                </a:solidFill>
                <a:latin typeface="Tahoma"/>
                <a:cs typeface="Tahoma"/>
              </a:rPr>
              <a:t>assigned</a:t>
            </a:r>
            <a:r>
              <a:rPr dirty="0" sz="1500" spc="-114" b="1">
                <a:solidFill>
                  <a:srgbClr val="2E7D32"/>
                </a:solidFill>
                <a:latin typeface="Tahoma"/>
                <a:cs typeface="Tahoma"/>
              </a:rPr>
              <a:t> pickup</a:t>
            </a:r>
            <a:r>
              <a:rPr dirty="0" sz="1500" spc="-110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500" spc="-95" b="1">
                <a:solidFill>
                  <a:srgbClr val="2E7D32"/>
                </a:solidFill>
                <a:latin typeface="Tahoma"/>
                <a:cs typeface="Tahoma"/>
              </a:rPr>
              <a:t>points </a:t>
            </a:r>
            <a:r>
              <a:rPr dirty="0" sz="1500" spc="-120" b="1">
                <a:solidFill>
                  <a:srgbClr val="2E7D32"/>
                </a:solidFill>
                <a:latin typeface="Tahoma"/>
                <a:cs typeface="Tahoma"/>
              </a:rPr>
              <a:t>on </a:t>
            </a:r>
            <a:r>
              <a:rPr dirty="0" sz="1500" spc="-135" b="1">
                <a:solidFill>
                  <a:srgbClr val="2E7D32"/>
                </a:solidFill>
                <a:latin typeface="Tahoma"/>
                <a:cs typeface="Tahoma"/>
              </a:rPr>
              <a:t>a</a:t>
            </a:r>
            <a:r>
              <a:rPr dirty="0" sz="1500" spc="-114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500" spc="-140" b="1">
                <a:solidFill>
                  <a:srgbClr val="2E7D32"/>
                </a:solidFill>
                <a:latin typeface="Tahoma"/>
                <a:cs typeface="Tahoma"/>
              </a:rPr>
              <a:t>map</a:t>
            </a:r>
            <a:r>
              <a:rPr dirty="0" sz="1500" spc="-114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500" spc="-30">
                <a:latin typeface="Tahoma"/>
                <a:cs typeface="Tahoma"/>
              </a:rPr>
              <a:t>so</a:t>
            </a:r>
            <a:r>
              <a:rPr dirty="0" sz="1500" spc="-145">
                <a:latin typeface="Tahoma"/>
                <a:cs typeface="Tahoma"/>
              </a:rPr>
              <a:t> </a:t>
            </a:r>
            <a:r>
              <a:rPr dirty="0" sz="1500" spc="-175">
                <a:latin typeface="Tahoma"/>
                <a:cs typeface="Tahoma"/>
              </a:rPr>
              <a:t>I</a:t>
            </a:r>
            <a:r>
              <a:rPr dirty="0" sz="1500" spc="-150">
                <a:latin typeface="Tahoma"/>
                <a:cs typeface="Tahoma"/>
              </a:rPr>
              <a:t> </a:t>
            </a:r>
            <a:r>
              <a:rPr dirty="0" sz="1500" spc="-35">
                <a:latin typeface="Tahoma"/>
                <a:cs typeface="Tahoma"/>
              </a:rPr>
              <a:t>can</a:t>
            </a:r>
            <a:r>
              <a:rPr dirty="0" sz="1500" spc="-145">
                <a:latin typeface="Tahoma"/>
                <a:cs typeface="Tahoma"/>
              </a:rPr>
              <a:t> </a:t>
            </a:r>
            <a:r>
              <a:rPr dirty="0" sz="1500" spc="-10">
                <a:latin typeface="Tahoma"/>
                <a:cs typeface="Tahoma"/>
              </a:rPr>
              <a:t>plan</a:t>
            </a:r>
            <a:r>
              <a:rPr dirty="0" sz="1500" spc="-145">
                <a:latin typeface="Tahoma"/>
                <a:cs typeface="Tahoma"/>
              </a:rPr>
              <a:t> </a:t>
            </a:r>
            <a:r>
              <a:rPr dirty="0" sz="1500" spc="-25">
                <a:latin typeface="Tahoma"/>
                <a:cs typeface="Tahoma"/>
              </a:rPr>
              <a:t>efficient</a:t>
            </a:r>
            <a:r>
              <a:rPr dirty="0" sz="1500" spc="-145">
                <a:latin typeface="Tahoma"/>
                <a:cs typeface="Tahoma"/>
              </a:rPr>
              <a:t> </a:t>
            </a:r>
            <a:r>
              <a:rPr dirty="0" sz="1500" spc="-10">
                <a:latin typeface="Tahoma"/>
                <a:cs typeface="Tahoma"/>
              </a:rPr>
              <a:t>routes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6117335" y="4364735"/>
            <a:ext cx="5511165" cy="2252980"/>
            <a:chOff x="6117335" y="4364735"/>
            <a:chExt cx="5511165" cy="2252980"/>
          </a:xfrm>
        </p:grpSpPr>
        <p:sp>
          <p:nvSpPr>
            <p:cNvPr id="32" name="object 32" descr=""/>
            <p:cNvSpPr/>
            <p:nvPr/>
          </p:nvSpPr>
          <p:spPr>
            <a:xfrm>
              <a:off x="6117335" y="4364735"/>
              <a:ext cx="5511165" cy="2252980"/>
            </a:xfrm>
            <a:custGeom>
              <a:avLst/>
              <a:gdLst/>
              <a:ahLst/>
              <a:cxnLst/>
              <a:rect l="l" t="t" r="r" b="b"/>
              <a:pathLst>
                <a:path w="5511165" h="2252979">
                  <a:moveTo>
                    <a:pt x="5510783" y="2252471"/>
                  </a:moveTo>
                  <a:lnTo>
                    <a:pt x="0" y="2252471"/>
                  </a:lnTo>
                  <a:lnTo>
                    <a:pt x="0" y="0"/>
                  </a:lnTo>
                  <a:lnTo>
                    <a:pt x="5510783" y="0"/>
                  </a:lnTo>
                  <a:lnTo>
                    <a:pt x="5510783" y="73913"/>
                  </a:lnTo>
                  <a:lnTo>
                    <a:pt x="216788" y="73913"/>
                  </a:lnTo>
                  <a:lnTo>
                    <a:pt x="206467" y="74412"/>
                  </a:lnTo>
                  <a:lnTo>
                    <a:pt x="167347" y="86299"/>
                  </a:lnTo>
                  <a:lnTo>
                    <a:pt x="135755" y="112251"/>
                  </a:lnTo>
                  <a:lnTo>
                    <a:pt x="116499" y="148319"/>
                  </a:lnTo>
                  <a:lnTo>
                    <a:pt x="112013" y="178688"/>
                  </a:lnTo>
                  <a:lnTo>
                    <a:pt x="112013" y="1997963"/>
                  </a:lnTo>
                  <a:lnTo>
                    <a:pt x="119989" y="2038058"/>
                  </a:lnTo>
                  <a:lnTo>
                    <a:pt x="142701" y="2072050"/>
                  </a:lnTo>
                  <a:lnTo>
                    <a:pt x="176692" y="2094762"/>
                  </a:lnTo>
                  <a:lnTo>
                    <a:pt x="216788" y="2102738"/>
                  </a:lnTo>
                  <a:lnTo>
                    <a:pt x="5510783" y="2102738"/>
                  </a:lnTo>
                  <a:lnTo>
                    <a:pt x="5510783" y="2252471"/>
                  </a:lnTo>
                  <a:close/>
                </a:path>
                <a:path w="5511165" h="2252979">
                  <a:moveTo>
                    <a:pt x="5510783" y="2102738"/>
                  </a:moveTo>
                  <a:lnTo>
                    <a:pt x="5293613" y="2102738"/>
                  </a:lnTo>
                  <a:lnTo>
                    <a:pt x="5303934" y="2102240"/>
                  </a:lnTo>
                  <a:lnTo>
                    <a:pt x="5314057" y="2100744"/>
                  </a:lnTo>
                  <a:lnTo>
                    <a:pt x="5351833" y="2085096"/>
                  </a:lnTo>
                  <a:lnTo>
                    <a:pt x="5380746" y="2056183"/>
                  </a:lnTo>
                  <a:lnTo>
                    <a:pt x="5396393" y="2018407"/>
                  </a:lnTo>
                  <a:lnTo>
                    <a:pt x="5398388" y="1997963"/>
                  </a:lnTo>
                  <a:lnTo>
                    <a:pt x="5398388" y="178688"/>
                  </a:lnTo>
                  <a:lnTo>
                    <a:pt x="5390411" y="138592"/>
                  </a:lnTo>
                  <a:lnTo>
                    <a:pt x="5367700" y="104601"/>
                  </a:lnTo>
                  <a:lnTo>
                    <a:pt x="5333708" y="81888"/>
                  </a:lnTo>
                  <a:lnTo>
                    <a:pt x="5293613" y="73913"/>
                  </a:lnTo>
                  <a:lnTo>
                    <a:pt x="5510783" y="73913"/>
                  </a:lnTo>
                  <a:lnTo>
                    <a:pt x="5510783" y="2102738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6219824" y="4429124"/>
              <a:ext cx="5305425" cy="2047875"/>
            </a:xfrm>
            <a:custGeom>
              <a:avLst/>
              <a:gdLst/>
              <a:ahLst/>
              <a:cxnLst/>
              <a:rect l="l" t="t" r="r" b="b"/>
              <a:pathLst>
                <a:path w="5305425" h="2047875">
                  <a:moveTo>
                    <a:pt x="5198630" y="2047874"/>
                  </a:moveTo>
                  <a:lnTo>
                    <a:pt x="106795" y="2047874"/>
                  </a:lnTo>
                  <a:lnTo>
                    <a:pt x="99361" y="2047142"/>
                  </a:lnTo>
                  <a:lnTo>
                    <a:pt x="57038" y="2032780"/>
                  </a:lnTo>
                  <a:lnTo>
                    <a:pt x="23431" y="2003316"/>
                  </a:lnTo>
                  <a:lnTo>
                    <a:pt x="3659" y="1963233"/>
                  </a:lnTo>
                  <a:lnTo>
                    <a:pt x="0" y="1941079"/>
                  </a:lnTo>
                  <a:lnTo>
                    <a:pt x="0" y="1933574"/>
                  </a:lnTo>
                  <a:lnTo>
                    <a:pt x="0" y="106794"/>
                  </a:lnTo>
                  <a:lnTo>
                    <a:pt x="11571" y="63624"/>
                  </a:lnTo>
                  <a:lnTo>
                    <a:pt x="38784" y="28170"/>
                  </a:lnTo>
                  <a:lnTo>
                    <a:pt x="77492" y="5827"/>
                  </a:lnTo>
                  <a:lnTo>
                    <a:pt x="106795" y="0"/>
                  </a:lnTo>
                  <a:lnTo>
                    <a:pt x="5198630" y="0"/>
                  </a:lnTo>
                  <a:lnTo>
                    <a:pt x="5241797" y="11571"/>
                  </a:lnTo>
                  <a:lnTo>
                    <a:pt x="5277252" y="38784"/>
                  </a:lnTo>
                  <a:lnTo>
                    <a:pt x="5299595" y="77492"/>
                  </a:lnTo>
                  <a:lnTo>
                    <a:pt x="5305424" y="106794"/>
                  </a:lnTo>
                  <a:lnTo>
                    <a:pt x="5305424" y="1941079"/>
                  </a:lnTo>
                  <a:lnTo>
                    <a:pt x="5293851" y="1984248"/>
                  </a:lnTo>
                  <a:lnTo>
                    <a:pt x="5266638" y="2019703"/>
                  </a:lnTo>
                  <a:lnTo>
                    <a:pt x="5227931" y="2042046"/>
                  </a:lnTo>
                  <a:lnTo>
                    <a:pt x="5206062" y="2047142"/>
                  </a:lnTo>
                  <a:lnTo>
                    <a:pt x="5198630" y="2047874"/>
                  </a:lnTo>
                  <a:close/>
                </a:path>
              </a:pathLst>
            </a:custGeom>
            <a:solidFill>
              <a:srgbClr val="F1F7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6457949" y="5238749"/>
              <a:ext cx="4829175" cy="19050"/>
            </a:xfrm>
            <a:custGeom>
              <a:avLst/>
              <a:gdLst/>
              <a:ahLst/>
              <a:cxnLst/>
              <a:rect l="l" t="t" r="r" b="b"/>
              <a:pathLst>
                <a:path w="4829175" h="19050">
                  <a:moveTo>
                    <a:pt x="4829174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4829174" y="0"/>
                  </a:lnTo>
                  <a:lnTo>
                    <a:pt x="4829174" y="19049"/>
                  </a:lnTo>
                  <a:close/>
                </a:path>
              </a:pathLst>
            </a:custGeom>
            <a:solidFill>
              <a:srgbClr val="2E7D32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6457950" y="4667249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3" y="476249"/>
                  </a:moveTo>
                  <a:lnTo>
                    <a:pt x="230325" y="476249"/>
                  </a:lnTo>
                  <a:lnTo>
                    <a:pt x="222545" y="475867"/>
                  </a:lnTo>
                  <a:lnTo>
                    <a:pt x="184018" y="470152"/>
                  </a:lnTo>
                  <a:lnTo>
                    <a:pt x="139792" y="455138"/>
                  </a:lnTo>
                  <a:lnTo>
                    <a:pt x="99345" y="431784"/>
                  </a:lnTo>
                  <a:lnTo>
                    <a:pt x="64229" y="400989"/>
                  </a:lnTo>
                  <a:lnTo>
                    <a:pt x="35797" y="363934"/>
                  </a:lnTo>
                  <a:lnTo>
                    <a:pt x="15140" y="322045"/>
                  </a:lnTo>
                  <a:lnTo>
                    <a:pt x="3053" y="276931"/>
                  </a:lnTo>
                  <a:lnTo>
                    <a:pt x="0" y="245923"/>
                  </a:lnTo>
                  <a:lnTo>
                    <a:pt x="0" y="230325"/>
                  </a:lnTo>
                  <a:lnTo>
                    <a:pt x="6096" y="184019"/>
                  </a:lnTo>
                  <a:lnTo>
                    <a:pt x="21109" y="139792"/>
                  </a:lnTo>
                  <a:lnTo>
                    <a:pt x="44462" y="99344"/>
                  </a:lnTo>
                  <a:lnTo>
                    <a:pt x="75259" y="64230"/>
                  </a:lnTo>
                  <a:lnTo>
                    <a:pt x="112314" y="35797"/>
                  </a:lnTo>
                  <a:lnTo>
                    <a:pt x="154202" y="15141"/>
                  </a:lnTo>
                  <a:lnTo>
                    <a:pt x="199317" y="3053"/>
                  </a:lnTo>
                  <a:lnTo>
                    <a:pt x="230325" y="0"/>
                  </a:lnTo>
                  <a:lnTo>
                    <a:pt x="245923" y="0"/>
                  </a:lnTo>
                  <a:lnTo>
                    <a:pt x="292229" y="6097"/>
                  </a:lnTo>
                  <a:lnTo>
                    <a:pt x="336456" y="21110"/>
                  </a:lnTo>
                  <a:lnTo>
                    <a:pt x="376903" y="44463"/>
                  </a:lnTo>
                  <a:lnTo>
                    <a:pt x="412018" y="75259"/>
                  </a:lnTo>
                  <a:lnTo>
                    <a:pt x="440450" y="112313"/>
                  </a:lnTo>
                  <a:lnTo>
                    <a:pt x="461107" y="154203"/>
                  </a:lnTo>
                  <a:lnTo>
                    <a:pt x="473194" y="199317"/>
                  </a:lnTo>
                  <a:lnTo>
                    <a:pt x="476249" y="230325"/>
                  </a:lnTo>
                  <a:lnTo>
                    <a:pt x="476249" y="238124"/>
                  </a:lnTo>
                  <a:lnTo>
                    <a:pt x="476249" y="245923"/>
                  </a:lnTo>
                  <a:lnTo>
                    <a:pt x="470152" y="292228"/>
                  </a:lnTo>
                  <a:lnTo>
                    <a:pt x="455138" y="336455"/>
                  </a:lnTo>
                  <a:lnTo>
                    <a:pt x="431785" y="376904"/>
                  </a:lnTo>
                  <a:lnTo>
                    <a:pt x="400989" y="412018"/>
                  </a:lnTo>
                  <a:lnTo>
                    <a:pt x="363934" y="440450"/>
                  </a:lnTo>
                  <a:lnTo>
                    <a:pt x="322045" y="461107"/>
                  </a:lnTo>
                  <a:lnTo>
                    <a:pt x="276931" y="473195"/>
                  </a:lnTo>
                  <a:lnTo>
                    <a:pt x="253703" y="475867"/>
                  </a:lnTo>
                  <a:lnTo>
                    <a:pt x="245923" y="476249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89712" y="4803774"/>
              <a:ext cx="203200" cy="203200"/>
            </a:xfrm>
            <a:prstGeom prst="rect">
              <a:avLst/>
            </a:prstGeom>
          </p:spPr>
        </p:pic>
      </p:grpSp>
      <p:sp>
        <p:nvSpPr>
          <p:cNvPr id="37" name="object 37" descr=""/>
          <p:cNvSpPr txBox="1"/>
          <p:nvPr/>
        </p:nvSpPr>
        <p:spPr>
          <a:xfrm>
            <a:off x="7059612" y="4759325"/>
            <a:ext cx="609600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-135" b="1">
                <a:solidFill>
                  <a:srgbClr val="2E7D32"/>
                </a:solidFill>
                <a:latin typeface="Tahoma"/>
                <a:cs typeface="Tahoma"/>
              </a:rPr>
              <a:t>Admin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38" name="object 38" descr=""/>
          <p:cNvSpPr/>
          <p:nvPr/>
        </p:nvSpPr>
        <p:spPr>
          <a:xfrm>
            <a:off x="6457949" y="5543549"/>
            <a:ext cx="523875" cy="323850"/>
          </a:xfrm>
          <a:custGeom>
            <a:avLst/>
            <a:gdLst/>
            <a:ahLst/>
            <a:cxnLst/>
            <a:rect l="l" t="t" r="r" b="b"/>
            <a:pathLst>
              <a:path w="523875" h="323850">
                <a:moveTo>
                  <a:pt x="361949" y="323849"/>
                </a:moveTo>
                <a:lnTo>
                  <a:pt x="161924" y="323849"/>
                </a:lnTo>
                <a:lnTo>
                  <a:pt x="153969" y="323655"/>
                </a:lnTo>
                <a:lnTo>
                  <a:pt x="114920" y="316878"/>
                </a:lnTo>
                <a:lnTo>
                  <a:pt x="78685" y="300818"/>
                </a:lnTo>
                <a:lnTo>
                  <a:pt x="47426" y="276422"/>
                </a:lnTo>
                <a:lnTo>
                  <a:pt x="23030" y="245162"/>
                </a:lnTo>
                <a:lnTo>
                  <a:pt x="6970" y="208929"/>
                </a:lnTo>
                <a:lnTo>
                  <a:pt x="194" y="169879"/>
                </a:lnTo>
                <a:lnTo>
                  <a:pt x="0" y="161924"/>
                </a:lnTo>
                <a:lnTo>
                  <a:pt x="194" y="153969"/>
                </a:lnTo>
                <a:lnTo>
                  <a:pt x="6970" y="114918"/>
                </a:lnTo>
                <a:lnTo>
                  <a:pt x="23030" y="78685"/>
                </a:lnTo>
                <a:lnTo>
                  <a:pt x="47426" y="47426"/>
                </a:lnTo>
                <a:lnTo>
                  <a:pt x="78685" y="23031"/>
                </a:lnTo>
                <a:lnTo>
                  <a:pt x="114920" y="6970"/>
                </a:lnTo>
                <a:lnTo>
                  <a:pt x="153969" y="194"/>
                </a:lnTo>
                <a:lnTo>
                  <a:pt x="161924" y="0"/>
                </a:lnTo>
                <a:lnTo>
                  <a:pt x="361949" y="0"/>
                </a:lnTo>
                <a:lnTo>
                  <a:pt x="401304" y="4854"/>
                </a:lnTo>
                <a:lnTo>
                  <a:pt x="438280" y="19117"/>
                </a:lnTo>
                <a:lnTo>
                  <a:pt x="470685" y="41938"/>
                </a:lnTo>
                <a:lnTo>
                  <a:pt x="496585" y="71963"/>
                </a:lnTo>
                <a:lnTo>
                  <a:pt x="514413" y="107381"/>
                </a:lnTo>
                <a:lnTo>
                  <a:pt x="523096" y="146053"/>
                </a:lnTo>
                <a:lnTo>
                  <a:pt x="523874" y="161924"/>
                </a:lnTo>
                <a:lnTo>
                  <a:pt x="523680" y="169879"/>
                </a:lnTo>
                <a:lnTo>
                  <a:pt x="516903" y="208929"/>
                </a:lnTo>
                <a:lnTo>
                  <a:pt x="500843" y="245162"/>
                </a:lnTo>
                <a:lnTo>
                  <a:pt x="476448" y="276422"/>
                </a:lnTo>
                <a:lnTo>
                  <a:pt x="445187" y="300818"/>
                </a:lnTo>
                <a:lnTo>
                  <a:pt x="408954" y="316878"/>
                </a:lnTo>
                <a:lnTo>
                  <a:pt x="369905" y="323655"/>
                </a:lnTo>
                <a:lnTo>
                  <a:pt x="361949" y="323849"/>
                </a:lnTo>
                <a:close/>
              </a:path>
            </a:pathLst>
          </a:custGeom>
          <a:solidFill>
            <a:srgbClr val="2E7D32">
              <a:alpha val="101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 txBox="1"/>
          <p:nvPr/>
        </p:nvSpPr>
        <p:spPr>
          <a:xfrm>
            <a:off x="6440487" y="5473700"/>
            <a:ext cx="4698365" cy="654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95250">
              <a:lnSpc>
                <a:spcPct val="137500"/>
              </a:lnSpc>
              <a:spcBef>
                <a:spcPts val="100"/>
              </a:spcBef>
              <a:tabLst>
                <a:tab pos="657860" algn="l"/>
              </a:tabLst>
            </a:pPr>
            <a:r>
              <a:rPr dirty="0" sz="1200" spc="-50">
                <a:solidFill>
                  <a:srgbClr val="2E7D32"/>
                </a:solidFill>
                <a:latin typeface="Tahoma"/>
                <a:cs typeface="Tahoma"/>
              </a:rPr>
              <a:t>As</a:t>
            </a:r>
            <a:r>
              <a:rPr dirty="0" sz="1200" spc="-125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2E7D32"/>
                </a:solidFill>
                <a:latin typeface="Tahoma"/>
                <a:cs typeface="Tahoma"/>
              </a:rPr>
              <a:t>an</a:t>
            </a:r>
            <a:r>
              <a:rPr dirty="0" sz="1200">
                <a:solidFill>
                  <a:srgbClr val="2E7D32"/>
                </a:solidFill>
                <a:latin typeface="Tahoma"/>
                <a:cs typeface="Tahoma"/>
              </a:rPr>
              <a:t>	</a:t>
            </a:r>
            <a:r>
              <a:rPr dirty="0" sz="1500" spc="-130" b="1">
                <a:solidFill>
                  <a:srgbClr val="2E7D32"/>
                </a:solidFill>
                <a:latin typeface="Tahoma"/>
                <a:cs typeface="Tahoma"/>
              </a:rPr>
              <a:t>Admin</a:t>
            </a:r>
            <a:r>
              <a:rPr dirty="0" sz="1500" spc="-130">
                <a:latin typeface="Tahoma"/>
                <a:cs typeface="Tahoma"/>
              </a:rPr>
              <a:t>,</a:t>
            </a:r>
            <a:r>
              <a:rPr dirty="0" sz="1500" spc="-140">
                <a:latin typeface="Tahoma"/>
                <a:cs typeface="Tahoma"/>
              </a:rPr>
              <a:t> </a:t>
            </a:r>
            <a:r>
              <a:rPr dirty="0" sz="1500" spc="-175">
                <a:latin typeface="Tahoma"/>
                <a:cs typeface="Tahoma"/>
              </a:rPr>
              <a:t>I</a:t>
            </a:r>
            <a:r>
              <a:rPr dirty="0" sz="1500" spc="-140">
                <a:latin typeface="Tahoma"/>
                <a:cs typeface="Tahoma"/>
              </a:rPr>
              <a:t> </a:t>
            </a:r>
            <a:r>
              <a:rPr dirty="0" sz="1500" spc="-35">
                <a:latin typeface="Tahoma"/>
                <a:cs typeface="Tahoma"/>
              </a:rPr>
              <a:t>want</a:t>
            </a:r>
            <a:r>
              <a:rPr dirty="0" sz="1500" spc="-140">
                <a:latin typeface="Tahoma"/>
                <a:cs typeface="Tahoma"/>
              </a:rPr>
              <a:t> </a:t>
            </a:r>
            <a:r>
              <a:rPr dirty="0" sz="1500" spc="-10">
                <a:latin typeface="Tahoma"/>
                <a:cs typeface="Tahoma"/>
              </a:rPr>
              <a:t>to</a:t>
            </a:r>
            <a:r>
              <a:rPr dirty="0" sz="1500" spc="-135">
                <a:latin typeface="Tahoma"/>
                <a:cs typeface="Tahoma"/>
              </a:rPr>
              <a:t> </a:t>
            </a:r>
            <a:r>
              <a:rPr dirty="0" sz="1500" spc="-114" b="1">
                <a:solidFill>
                  <a:srgbClr val="2E7D32"/>
                </a:solidFill>
                <a:latin typeface="Tahoma"/>
                <a:cs typeface="Tahoma"/>
              </a:rPr>
              <a:t>verify</a:t>
            </a:r>
            <a:r>
              <a:rPr dirty="0" sz="1500" spc="-110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500" spc="-165" b="1">
                <a:solidFill>
                  <a:srgbClr val="2E7D32"/>
                </a:solidFill>
                <a:latin typeface="Tahoma"/>
                <a:cs typeface="Tahoma"/>
              </a:rPr>
              <a:t>NGOs</a:t>
            </a:r>
            <a:r>
              <a:rPr dirty="0" sz="1500" spc="-110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500" spc="-125" b="1">
                <a:solidFill>
                  <a:srgbClr val="2E7D32"/>
                </a:solidFill>
                <a:latin typeface="Tahoma"/>
                <a:cs typeface="Tahoma"/>
              </a:rPr>
              <a:t>and</a:t>
            </a:r>
            <a:r>
              <a:rPr dirty="0" sz="1500" spc="-110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500" spc="-155" b="1">
                <a:solidFill>
                  <a:srgbClr val="2E7D32"/>
                </a:solidFill>
                <a:latin typeface="Tahoma"/>
                <a:cs typeface="Tahoma"/>
              </a:rPr>
              <a:t>manage</a:t>
            </a:r>
            <a:r>
              <a:rPr dirty="0" sz="1500" spc="-110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500" spc="-135" b="1">
                <a:solidFill>
                  <a:srgbClr val="2E7D32"/>
                </a:solidFill>
                <a:latin typeface="Tahoma"/>
                <a:cs typeface="Tahoma"/>
              </a:rPr>
              <a:t>users</a:t>
            </a:r>
            <a:r>
              <a:rPr dirty="0" sz="1500" spc="-105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latin typeface="Tahoma"/>
                <a:cs typeface="Tahoma"/>
              </a:rPr>
              <a:t>to </a:t>
            </a:r>
            <a:r>
              <a:rPr dirty="0" sz="1500" spc="-45">
                <a:latin typeface="Tahoma"/>
                <a:cs typeface="Tahoma"/>
              </a:rPr>
              <a:t>ensure</a:t>
            </a:r>
            <a:r>
              <a:rPr dirty="0" sz="1500" spc="-125">
                <a:latin typeface="Tahoma"/>
                <a:cs typeface="Tahoma"/>
              </a:rPr>
              <a:t> </a:t>
            </a:r>
            <a:r>
              <a:rPr dirty="0" sz="1500" spc="-20">
                <a:latin typeface="Tahoma"/>
                <a:cs typeface="Tahoma"/>
              </a:rPr>
              <a:t>platform</a:t>
            </a:r>
            <a:r>
              <a:rPr dirty="0" sz="1500" spc="-125">
                <a:latin typeface="Tahoma"/>
                <a:cs typeface="Tahoma"/>
              </a:rPr>
              <a:t> </a:t>
            </a:r>
            <a:r>
              <a:rPr dirty="0" sz="1500" spc="-30">
                <a:latin typeface="Tahoma"/>
                <a:cs typeface="Tahoma"/>
              </a:rPr>
              <a:t>security</a:t>
            </a:r>
            <a:r>
              <a:rPr dirty="0" sz="1500" spc="-120">
                <a:latin typeface="Tahoma"/>
                <a:cs typeface="Tahoma"/>
              </a:rPr>
              <a:t> </a:t>
            </a:r>
            <a:r>
              <a:rPr dirty="0" sz="1500" spc="-25">
                <a:latin typeface="Tahoma"/>
                <a:cs typeface="Tahoma"/>
              </a:rPr>
              <a:t>and</a:t>
            </a:r>
            <a:r>
              <a:rPr dirty="0" sz="1500" spc="-125">
                <a:latin typeface="Tahoma"/>
                <a:cs typeface="Tahoma"/>
              </a:rPr>
              <a:t> </a:t>
            </a:r>
            <a:r>
              <a:rPr dirty="0" sz="1500" spc="-10">
                <a:latin typeface="Tahoma"/>
                <a:cs typeface="Tahoma"/>
              </a:rPr>
              <a:t>reliability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25"/>
              <a:t>Technology</a:t>
            </a:r>
            <a:r>
              <a:rPr dirty="0" spc="-210"/>
              <a:t> </a:t>
            </a:r>
            <a:r>
              <a:rPr dirty="0" spc="-190"/>
              <a:t>Stack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4849" y="1377950"/>
            <a:ext cx="228600" cy="24447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101725" y="1320800"/>
            <a:ext cx="228663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185" b="1">
                <a:solidFill>
                  <a:srgbClr val="2E7D32"/>
                </a:solidFill>
                <a:latin typeface="Tahoma"/>
                <a:cs typeface="Tahoma"/>
              </a:rPr>
              <a:t>Technology</a:t>
            </a:r>
            <a:r>
              <a:rPr dirty="0" sz="2100" spc="-125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2100" spc="-155" b="1">
                <a:solidFill>
                  <a:srgbClr val="2E7D32"/>
                </a:solidFill>
                <a:latin typeface="Tahoma"/>
                <a:cs typeface="Tahoma"/>
              </a:rPr>
              <a:t>Choices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1114424" y="1914524"/>
            <a:ext cx="571500" cy="28575"/>
          </a:xfrm>
          <a:custGeom>
            <a:avLst/>
            <a:gdLst/>
            <a:ahLst/>
            <a:cxnLst/>
            <a:rect l="l" t="t" r="r" b="b"/>
            <a:pathLst>
              <a:path w="571500" h="28575">
                <a:moveTo>
                  <a:pt x="571499" y="28574"/>
                </a:moveTo>
                <a:lnTo>
                  <a:pt x="0" y="28574"/>
                </a:lnTo>
                <a:lnTo>
                  <a:pt x="0" y="0"/>
                </a:lnTo>
                <a:lnTo>
                  <a:pt x="571499" y="0"/>
                </a:lnTo>
                <a:lnTo>
                  <a:pt x="571499" y="28574"/>
                </a:lnTo>
                <a:close/>
              </a:path>
            </a:pathLst>
          </a:custGeom>
          <a:solidFill>
            <a:srgbClr val="4BAF4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 descr=""/>
          <p:cNvGrpSpPr/>
          <p:nvPr/>
        </p:nvGrpSpPr>
        <p:grpSpPr>
          <a:xfrm>
            <a:off x="563879" y="2069592"/>
            <a:ext cx="5520055" cy="1777364"/>
            <a:chOff x="563879" y="2069592"/>
            <a:chExt cx="5520055" cy="1777364"/>
          </a:xfrm>
        </p:grpSpPr>
        <p:sp>
          <p:nvSpPr>
            <p:cNvPr id="7" name="object 7" descr=""/>
            <p:cNvSpPr/>
            <p:nvPr/>
          </p:nvSpPr>
          <p:spPr>
            <a:xfrm>
              <a:off x="563879" y="2069592"/>
              <a:ext cx="5520055" cy="1777364"/>
            </a:xfrm>
            <a:custGeom>
              <a:avLst/>
              <a:gdLst/>
              <a:ahLst/>
              <a:cxnLst/>
              <a:rect l="l" t="t" r="r" b="b"/>
              <a:pathLst>
                <a:path w="5520055" h="1777364">
                  <a:moveTo>
                    <a:pt x="5519927" y="1776983"/>
                  </a:moveTo>
                  <a:lnTo>
                    <a:pt x="0" y="1776983"/>
                  </a:lnTo>
                  <a:lnTo>
                    <a:pt x="0" y="0"/>
                  </a:lnTo>
                  <a:lnTo>
                    <a:pt x="5519927" y="0"/>
                  </a:lnTo>
                  <a:lnTo>
                    <a:pt x="5519927" y="73532"/>
                  </a:lnTo>
                  <a:lnTo>
                    <a:pt x="217169" y="73532"/>
                  </a:lnTo>
                  <a:lnTo>
                    <a:pt x="206848" y="74031"/>
                  </a:lnTo>
                  <a:lnTo>
                    <a:pt x="167729" y="85918"/>
                  </a:lnTo>
                  <a:lnTo>
                    <a:pt x="136136" y="111871"/>
                  </a:lnTo>
                  <a:lnTo>
                    <a:pt x="116881" y="147938"/>
                  </a:lnTo>
                  <a:lnTo>
                    <a:pt x="112394" y="178307"/>
                  </a:lnTo>
                  <a:lnTo>
                    <a:pt x="112394" y="1521332"/>
                  </a:lnTo>
                  <a:lnTo>
                    <a:pt x="120370" y="1561428"/>
                  </a:lnTo>
                  <a:lnTo>
                    <a:pt x="143082" y="1595419"/>
                  </a:lnTo>
                  <a:lnTo>
                    <a:pt x="177074" y="1618131"/>
                  </a:lnTo>
                  <a:lnTo>
                    <a:pt x="217169" y="1626107"/>
                  </a:lnTo>
                  <a:lnTo>
                    <a:pt x="5519927" y="1626107"/>
                  </a:lnTo>
                  <a:lnTo>
                    <a:pt x="5519927" y="1776983"/>
                  </a:lnTo>
                  <a:close/>
                </a:path>
                <a:path w="5520055" h="1777364">
                  <a:moveTo>
                    <a:pt x="5519927" y="1626107"/>
                  </a:moveTo>
                  <a:lnTo>
                    <a:pt x="5303519" y="1626107"/>
                  </a:lnTo>
                  <a:lnTo>
                    <a:pt x="5313840" y="1625609"/>
                  </a:lnTo>
                  <a:lnTo>
                    <a:pt x="5323963" y="1624113"/>
                  </a:lnTo>
                  <a:lnTo>
                    <a:pt x="5361739" y="1608466"/>
                  </a:lnTo>
                  <a:lnTo>
                    <a:pt x="5390652" y="1579553"/>
                  </a:lnTo>
                  <a:lnTo>
                    <a:pt x="5406300" y="1541777"/>
                  </a:lnTo>
                  <a:lnTo>
                    <a:pt x="5408294" y="1521332"/>
                  </a:lnTo>
                  <a:lnTo>
                    <a:pt x="5408294" y="178307"/>
                  </a:lnTo>
                  <a:lnTo>
                    <a:pt x="5400318" y="138212"/>
                  </a:lnTo>
                  <a:lnTo>
                    <a:pt x="5377606" y="104220"/>
                  </a:lnTo>
                  <a:lnTo>
                    <a:pt x="5343614" y="81508"/>
                  </a:lnTo>
                  <a:lnTo>
                    <a:pt x="5303519" y="73532"/>
                  </a:lnTo>
                  <a:lnTo>
                    <a:pt x="5519927" y="73532"/>
                  </a:lnTo>
                  <a:lnTo>
                    <a:pt x="5519927" y="1626107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66749" y="2133599"/>
              <a:ext cx="5314950" cy="1571625"/>
            </a:xfrm>
            <a:custGeom>
              <a:avLst/>
              <a:gdLst/>
              <a:ahLst/>
              <a:cxnLst/>
              <a:rect l="l" t="t" r="r" b="b"/>
              <a:pathLst>
                <a:path w="5314950" h="1571625">
                  <a:moveTo>
                    <a:pt x="5208154" y="1571624"/>
                  </a:moveTo>
                  <a:lnTo>
                    <a:pt x="106794" y="1571624"/>
                  </a:lnTo>
                  <a:lnTo>
                    <a:pt x="99361" y="1570892"/>
                  </a:lnTo>
                  <a:lnTo>
                    <a:pt x="57038" y="1556531"/>
                  </a:lnTo>
                  <a:lnTo>
                    <a:pt x="23432" y="1527066"/>
                  </a:lnTo>
                  <a:lnTo>
                    <a:pt x="3660" y="1486984"/>
                  </a:lnTo>
                  <a:lnTo>
                    <a:pt x="0" y="1464829"/>
                  </a:lnTo>
                  <a:lnTo>
                    <a:pt x="0" y="1457324"/>
                  </a:lnTo>
                  <a:lnTo>
                    <a:pt x="0" y="106794"/>
                  </a:lnTo>
                  <a:lnTo>
                    <a:pt x="11572" y="63625"/>
                  </a:lnTo>
                  <a:lnTo>
                    <a:pt x="38784" y="28170"/>
                  </a:lnTo>
                  <a:lnTo>
                    <a:pt x="77492" y="5828"/>
                  </a:lnTo>
                  <a:lnTo>
                    <a:pt x="106794" y="0"/>
                  </a:lnTo>
                  <a:lnTo>
                    <a:pt x="5208154" y="0"/>
                  </a:lnTo>
                  <a:lnTo>
                    <a:pt x="5251323" y="11572"/>
                  </a:lnTo>
                  <a:lnTo>
                    <a:pt x="5286778" y="38784"/>
                  </a:lnTo>
                  <a:lnTo>
                    <a:pt x="5309120" y="77492"/>
                  </a:lnTo>
                  <a:lnTo>
                    <a:pt x="5314949" y="106794"/>
                  </a:lnTo>
                  <a:lnTo>
                    <a:pt x="5314949" y="1464829"/>
                  </a:lnTo>
                  <a:lnTo>
                    <a:pt x="5303375" y="1507999"/>
                  </a:lnTo>
                  <a:lnTo>
                    <a:pt x="5276164" y="1543454"/>
                  </a:lnTo>
                  <a:lnTo>
                    <a:pt x="5237455" y="1565796"/>
                  </a:lnTo>
                  <a:lnTo>
                    <a:pt x="5215587" y="1570892"/>
                  </a:lnTo>
                  <a:lnTo>
                    <a:pt x="5208154" y="1571624"/>
                  </a:lnTo>
                  <a:close/>
                </a:path>
              </a:pathLst>
            </a:custGeom>
            <a:solidFill>
              <a:srgbClr val="F1F7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904874" y="2371724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1" y="568407"/>
                  </a:lnTo>
                  <a:lnTo>
                    <a:pt x="202801" y="559195"/>
                  </a:lnTo>
                  <a:lnTo>
                    <a:pt x="163575" y="544064"/>
                  </a:lnTo>
                  <a:lnTo>
                    <a:pt x="126995" y="523341"/>
                  </a:lnTo>
                  <a:lnTo>
                    <a:pt x="93851" y="497476"/>
                  </a:lnTo>
                  <a:lnTo>
                    <a:pt x="64862" y="467027"/>
                  </a:lnTo>
                  <a:lnTo>
                    <a:pt x="40653" y="432654"/>
                  </a:lnTo>
                  <a:lnTo>
                    <a:pt x="21751" y="395101"/>
                  </a:lnTo>
                  <a:lnTo>
                    <a:pt x="8563" y="355181"/>
                  </a:lnTo>
                  <a:lnTo>
                    <a:pt x="1376" y="313758"/>
                  </a:lnTo>
                  <a:lnTo>
                    <a:pt x="0" y="285749"/>
                  </a:lnTo>
                  <a:lnTo>
                    <a:pt x="343" y="271729"/>
                  </a:lnTo>
                  <a:lnTo>
                    <a:pt x="5490" y="230002"/>
                  </a:lnTo>
                  <a:lnTo>
                    <a:pt x="16703" y="189483"/>
                  </a:lnTo>
                  <a:lnTo>
                    <a:pt x="33740" y="151048"/>
                  </a:lnTo>
                  <a:lnTo>
                    <a:pt x="56233" y="115528"/>
                  </a:lnTo>
                  <a:lnTo>
                    <a:pt x="83694" y="83693"/>
                  </a:lnTo>
                  <a:lnTo>
                    <a:pt x="115528" y="56233"/>
                  </a:lnTo>
                  <a:lnTo>
                    <a:pt x="151048" y="33740"/>
                  </a:lnTo>
                  <a:lnTo>
                    <a:pt x="189483" y="16703"/>
                  </a:lnTo>
                  <a:lnTo>
                    <a:pt x="230002" y="5490"/>
                  </a:lnTo>
                  <a:lnTo>
                    <a:pt x="271728" y="344"/>
                  </a:lnTo>
                  <a:lnTo>
                    <a:pt x="285749" y="0"/>
                  </a:lnTo>
                  <a:lnTo>
                    <a:pt x="299771" y="344"/>
                  </a:lnTo>
                  <a:lnTo>
                    <a:pt x="341496" y="5490"/>
                  </a:lnTo>
                  <a:lnTo>
                    <a:pt x="382016" y="16703"/>
                  </a:lnTo>
                  <a:lnTo>
                    <a:pt x="420451" y="33740"/>
                  </a:lnTo>
                  <a:lnTo>
                    <a:pt x="455971" y="56233"/>
                  </a:lnTo>
                  <a:lnTo>
                    <a:pt x="487805" y="83693"/>
                  </a:lnTo>
                  <a:lnTo>
                    <a:pt x="515266" y="115528"/>
                  </a:lnTo>
                  <a:lnTo>
                    <a:pt x="537758" y="151048"/>
                  </a:lnTo>
                  <a:lnTo>
                    <a:pt x="554796" y="189483"/>
                  </a:lnTo>
                  <a:lnTo>
                    <a:pt x="566009" y="230002"/>
                  </a:lnTo>
                  <a:lnTo>
                    <a:pt x="571156" y="271729"/>
                  </a:lnTo>
                  <a:lnTo>
                    <a:pt x="571499" y="285749"/>
                  </a:lnTo>
                  <a:lnTo>
                    <a:pt x="571156" y="299771"/>
                  </a:lnTo>
                  <a:lnTo>
                    <a:pt x="566009" y="341496"/>
                  </a:lnTo>
                  <a:lnTo>
                    <a:pt x="554796" y="382015"/>
                  </a:lnTo>
                  <a:lnTo>
                    <a:pt x="537758" y="420451"/>
                  </a:lnTo>
                  <a:lnTo>
                    <a:pt x="515266" y="455970"/>
                  </a:lnTo>
                  <a:lnTo>
                    <a:pt x="487805" y="487805"/>
                  </a:lnTo>
                  <a:lnTo>
                    <a:pt x="455971" y="515266"/>
                  </a:lnTo>
                  <a:lnTo>
                    <a:pt x="420451" y="537758"/>
                  </a:lnTo>
                  <a:lnTo>
                    <a:pt x="382016" y="554796"/>
                  </a:lnTo>
                  <a:lnTo>
                    <a:pt x="341496" y="566008"/>
                  </a:lnTo>
                  <a:lnTo>
                    <a:pt x="299771" y="571155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3624" y="2552699"/>
              <a:ext cx="254000" cy="209550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1666874" y="2781299"/>
              <a:ext cx="1609725" cy="304800"/>
            </a:xfrm>
            <a:custGeom>
              <a:avLst/>
              <a:gdLst/>
              <a:ahLst/>
              <a:cxnLst/>
              <a:rect l="l" t="t" r="r" b="b"/>
              <a:pathLst>
                <a:path w="1609725" h="304800">
                  <a:moveTo>
                    <a:pt x="1457324" y="304799"/>
                  </a:moveTo>
                  <a:lnTo>
                    <a:pt x="152399" y="304799"/>
                  </a:lnTo>
                  <a:lnTo>
                    <a:pt x="144912" y="304616"/>
                  </a:lnTo>
                  <a:lnTo>
                    <a:pt x="101066" y="295894"/>
                  </a:lnTo>
                  <a:lnTo>
                    <a:pt x="61607" y="274804"/>
                  </a:lnTo>
                  <a:lnTo>
                    <a:pt x="29995" y="243192"/>
                  </a:lnTo>
                  <a:lnTo>
                    <a:pt x="8904" y="203733"/>
                  </a:lnTo>
                  <a:lnTo>
                    <a:pt x="182" y="159886"/>
                  </a:lnTo>
                  <a:lnTo>
                    <a:pt x="0" y="152399"/>
                  </a:lnTo>
                  <a:lnTo>
                    <a:pt x="182" y="144912"/>
                  </a:lnTo>
                  <a:lnTo>
                    <a:pt x="8904" y="101065"/>
                  </a:lnTo>
                  <a:lnTo>
                    <a:pt x="29995" y="61606"/>
                  </a:lnTo>
                  <a:lnTo>
                    <a:pt x="61607" y="29995"/>
                  </a:lnTo>
                  <a:lnTo>
                    <a:pt x="101066" y="8904"/>
                  </a:lnTo>
                  <a:lnTo>
                    <a:pt x="144912" y="183"/>
                  </a:lnTo>
                  <a:lnTo>
                    <a:pt x="152399" y="0"/>
                  </a:lnTo>
                  <a:lnTo>
                    <a:pt x="1457324" y="0"/>
                  </a:lnTo>
                  <a:lnTo>
                    <a:pt x="1501564" y="6560"/>
                  </a:lnTo>
                  <a:lnTo>
                    <a:pt x="1541993" y="25683"/>
                  </a:lnTo>
                  <a:lnTo>
                    <a:pt x="1575132" y="55716"/>
                  </a:lnTo>
                  <a:lnTo>
                    <a:pt x="1598123" y="94078"/>
                  </a:lnTo>
                  <a:lnTo>
                    <a:pt x="1608992" y="137461"/>
                  </a:lnTo>
                  <a:lnTo>
                    <a:pt x="1609724" y="152399"/>
                  </a:lnTo>
                  <a:lnTo>
                    <a:pt x="1609541" y="159886"/>
                  </a:lnTo>
                  <a:lnTo>
                    <a:pt x="1600819" y="203733"/>
                  </a:lnTo>
                  <a:lnTo>
                    <a:pt x="1579728" y="243192"/>
                  </a:lnTo>
                  <a:lnTo>
                    <a:pt x="1548117" y="274803"/>
                  </a:lnTo>
                  <a:lnTo>
                    <a:pt x="1508658" y="295894"/>
                  </a:lnTo>
                  <a:lnTo>
                    <a:pt x="1464811" y="304616"/>
                  </a:lnTo>
                  <a:lnTo>
                    <a:pt x="1457324" y="304799"/>
                  </a:lnTo>
                  <a:close/>
                </a:path>
              </a:pathLst>
            </a:custGeom>
            <a:solidFill>
              <a:srgbClr val="2E7D32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93874" y="2870199"/>
              <a:ext cx="127000" cy="127000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/>
          <p:nvPr/>
        </p:nvSpPr>
        <p:spPr>
          <a:xfrm>
            <a:off x="1654175" y="2359025"/>
            <a:ext cx="1584325" cy="6750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55" b="1">
                <a:solidFill>
                  <a:srgbClr val="2E7D32"/>
                </a:solidFill>
                <a:latin typeface="Tahoma"/>
                <a:cs typeface="Tahoma"/>
              </a:rPr>
              <a:t>Frontend:</a:t>
            </a:r>
            <a:r>
              <a:rPr dirty="0" sz="1800" spc="-105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800" spc="-150" b="1">
                <a:solidFill>
                  <a:srgbClr val="2E7D32"/>
                </a:solidFill>
                <a:latin typeface="Tahoma"/>
                <a:cs typeface="Tahoma"/>
              </a:rPr>
              <a:t>React</a:t>
            </a:r>
            <a:endParaRPr sz="1800">
              <a:latin typeface="Tahoma"/>
              <a:cs typeface="Tahoma"/>
            </a:endParaRPr>
          </a:p>
          <a:p>
            <a:pPr marL="326390">
              <a:lnSpc>
                <a:spcPct val="100000"/>
              </a:lnSpc>
              <a:spcBef>
                <a:spcPts val="1515"/>
              </a:spcBef>
            </a:pPr>
            <a:r>
              <a:rPr dirty="0" sz="1200" spc="-30">
                <a:solidFill>
                  <a:srgbClr val="2E7D32"/>
                </a:solidFill>
                <a:latin typeface="Tahoma"/>
                <a:cs typeface="Tahoma"/>
              </a:rPr>
              <a:t>Component-</a:t>
            </a:r>
            <a:r>
              <a:rPr dirty="0" sz="1200" spc="-20">
                <a:solidFill>
                  <a:srgbClr val="2E7D32"/>
                </a:solidFill>
                <a:latin typeface="Tahoma"/>
                <a:cs typeface="Tahoma"/>
              </a:rPr>
              <a:t>based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3352799" y="2781299"/>
            <a:ext cx="1609725" cy="304800"/>
            <a:chOff x="3352799" y="2781299"/>
            <a:chExt cx="1609725" cy="304800"/>
          </a:xfrm>
        </p:grpSpPr>
        <p:sp>
          <p:nvSpPr>
            <p:cNvPr id="15" name="object 15" descr=""/>
            <p:cNvSpPr/>
            <p:nvPr/>
          </p:nvSpPr>
          <p:spPr>
            <a:xfrm>
              <a:off x="3352799" y="2781299"/>
              <a:ext cx="1609725" cy="304800"/>
            </a:xfrm>
            <a:custGeom>
              <a:avLst/>
              <a:gdLst/>
              <a:ahLst/>
              <a:cxnLst/>
              <a:rect l="l" t="t" r="r" b="b"/>
              <a:pathLst>
                <a:path w="1609725" h="304800">
                  <a:moveTo>
                    <a:pt x="1457324" y="304799"/>
                  </a:moveTo>
                  <a:lnTo>
                    <a:pt x="152399" y="304799"/>
                  </a:lnTo>
                  <a:lnTo>
                    <a:pt x="144912" y="304616"/>
                  </a:lnTo>
                  <a:lnTo>
                    <a:pt x="101066" y="295894"/>
                  </a:lnTo>
                  <a:lnTo>
                    <a:pt x="61607" y="274804"/>
                  </a:lnTo>
                  <a:lnTo>
                    <a:pt x="29995" y="243192"/>
                  </a:lnTo>
                  <a:lnTo>
                    <a:pt x="8904" y="203733"/>
                  </a:lnTo>
                  <a:lnTo>
                    <a:pt x="182" y="159886"/>
                  </a:lnTo>
                  <a:lnTo>
                    <a:pt x="0" y="152399"/>
                  </a:lnTo>
                  <a:lnTo>
                    <a:pt x="182" y="144912"/>
                  </a:lnTo>
                  <a:lnTo>
                    <a:pt x="8904" y="101065"/>
                  </a:lnTo>
                  <a:lnTo>
                    <a:pt x="29995" y="61606"/>
                  </a:lnTo>
                  <a:lnTo>
                    <a:pt x="61607" y="29995"/>
                  </a:lnTo>
                  <a:lnTo>
                    <a:pt x="101066" y="8904"/>
                  </a:lnTo>
                  <a:lnTo>
                    <a:pt x="144912" y="183"/>
                  </a:lnTo>
                  <a:lnTo>
                    <a:pt x="152399" y="0"/>
                  </a:lnTo>
                  <a:lnTo>
                    <a:pt x="1457324" y="0"/>
                  </a:lnTo>
                  <a:lnTo>
                    <a:pt x="1501563" y="6560"/>
                  </a:lnTo>
                  <a:lnTo>
                    <a:pt x="1541992" y="25683"/>
                  </a:lnTo>
                  <a:lnTo>
                    <a:pt x="1575132" y="55716"/>
                  </a:lnTo>
                  <a:lnTo>
                    <a:pt x="1598123" y="94078"/>
                  </a:lnTo>
                  <a:lnTo>
                    <a:pt x="1608992" y="137461"/>
                  </a:lnTo>
                  <a:lnTo>
                    <a:pt x="1609724" y="152399"/>
                  </a:lnTo>
                  <a:lnTo>
                    <a:pt x="1609541" y="159886"/>
                  </a:lnTo>
                  <a:lnTo>
                    <a:pt x="1600819" y="203733"/>
                  </a:lnTo>
                  <a:lnTo>
                    <a:pt x="1579728" y="243192"/>
                  </a:lnTo>
                  <a:lnTo>
                    <a:pt x="1548116" y="274803"/>
                  </a:lnTo>
                  <a:lnTo>
                    <a:pt x="1508657" y="295894"/>
                  </a:lnTo>
                  <a:lnTo>
                    <a:pt x="1464811" y="304616"/>
                  </a:lnTo>
                  <a:lnTo>
                    <a:pt x="1457324" y="304799"/>
                  </a:lnTo>
                  <a:close/>
                </a:path>
              </a:pathLst>
            </a:custGeom>
            <a:solidFill>
              <a:srgbClr val="2E7D32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82180" y="2870199"/>
              <a:ext cx="127000" cy="127000"/>
            </a:xfrm>
            <a:prstGeom prst="rect">
              <a:avLst/>
            </a:prstGeom>
          </p:spPr>
        </p:pic>
      </p:grpSp>
      <p:sp>
        <p:nvSpPr>
          <p:cNvPr id="17" name="object 17" descr=""/>
          <p:cNvSpPr txBox="1"/>
          <p:nvPr/>
        </p:nvSpPr>
        <p:spPr>
          <a:xfrm>
            <a:off x="3656806" y="2825750"/>
            <a:ext cx="12001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2E7D32"/>
                </a:solidFill>
                <a:latin typeface="Tahoma"/>
                <a:cs typeface="Tahoma"/>
              </a:rPr>
              <a:t>Efficient</a:t>
            </a:r>
            <a:r>
              <a:rPr dirty="0" sz="1200" spc="-75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2E7D32"/>
                </a:solidFill>
                <a:latin typeface="Tahoma"/>
                <a:cs typeface="Tahoma"/>
              </a:rPr>
              <a:t>rendering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1666874" y="3162299"/>
            <a:ext cx="1409700" cy="304800"/>
            <a:chOff x="1666874" y="3162299"/>
            <a:chExt cx="1409700" cy="304800"/>
          </a:xfrm>
        </p:grpSpPr>
        <p:sp>
          <p:nvSpPr>
            <p:cNvPr id="19" name="object 19" descr=""/>
            <p:cNvSpPr/>
            <p:nvPr/>
          </p:nvSpPr>
          <p:spPr>
            <a:xfrm>
              <a:off x="1666874" y="3162299"/>
              <a:ext cx="1409700" cy="304800"/>
            </a:xfrm>
            <a:custGeom>
              <a:avLst/>
              <a:gdLst/>
              <a:ahLst/>
              <a:cxnLst/>
              <a:rect l="l" t="t" r="r" b="b"/>
              <a:pathLst>
                <a:path w="1409700" h="304800">
                  <a:moveTo>
                    <a:pt x="1257299" y="304799"/>
                  </a:moveTo>
                  <a:lnTo>
                    <a:pt x="152399" y="304799"/>
                  </a:lnTo>
                  <a:lnTo>
                    <a:pt x="144912" y="304616"/>
                  </a:lnTo>
                  <a:lnTo>
                    <a:pt x="101066" y="295894"/>
                  </a:lnTo>
                  <a:lnTo>
                    <a:pt x="61607" y="274803"/>
                  </a:lnTo>
                  <a:lnTo>
                    <a:pt x="29995" y="243191"/>
                  </a:lnTo>
                  <a:lnTo>
                    <a:pt x="8904" y="203733"/>
                  </a:lnTo>
                  <a:lnTo>
                    <a:pt x="182" y="159886"/>
                  </a:lnTo>
                  <a:lnTo>
                    <a:pt x="0" y="152399"/>
                  </a:lnTo>
                  <a:lnTo>
                    <a:pt x="182" y="144912"/>
                  </a:lnTo>
                  <a:lnTo>
                    <a:pt x="8904" y="101065"/>
                  </a:lnTo>
                  <a:lnTo>
                    <a:pt x="29995" y="61607"/>
                  </a:lnTo>
                  <a:lnTo>
                    <a:pt x="61607" y="29995"/>
                  </a:lnTo>
                  <a:lnTo>
                    <a:pt x="101066" y="8904"/>
                  </a:lnTo>
                  <a:lnTo>
                    <a:pt x="144912" y="183"/>
                  </a:lnTo>
                  <a:lnTo>
                    <a:pt x="152399" y="0"/>
                  </a:lnTo>
                  <a:lnTo>
                    <a:pt x="1257299" y="0"/>
                  </a:lnTo>
                  <a:lnTo>
                    <a:pt x="1301539" y="6560"/>
                  </a:lnTo>
                  <a:lnTo>
                    <a:pt x="1341968" y="25683"/>
                  </a:lnTo>
                  <a:lnTo>
                    <a:pt x="1375107" y="55716"/>
                  </a:lnTo>
                  <a:lnTo>
                    <a:pt x="1398098" y="94078"/>
                  </a:lnTo>
                  <a:lnTo>
                    <a:pt x="1408967" y="137461"/>
                  </a:lnTo>
                  <a:lnTo>
                    <a:pt x="1409699" y="152399"/>
                  </a:lnTo>
                  <a:lnTo>
                    <a:pt x="1409516" y="159886"/>
                  </a:lnTo>
                  <a:lnTo>
                    <a:pt x="1400794" y="203733"/>
                  </a:lnTo>
                  <a:lnTo>
                    <a:pt x="1379703" y="243191"/>
                  </a:lnTo>
                  <a:lnTo>
                    <a:pt x="1348092" y="274803"/>
                  </a:lnTo>
                  <a:lnTo>
                    <a:pt x="1308633" y="295894"/>
                  </a:lnTo>
                  <a:lnTo>
                    <a:pt x="1264786" y="304616"/>
                  </a:lnTo>
                  <a:lnTo>
                    <a:pt x="1257299" y="304799"/>
                  </a:lnTo>
                  <a:close/>
                </a:path>
              </a:pathLst>
            </a:custGeom>
            <a:solidFill>
              <a:srgbClr val="2E7D32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93874" y="3251199"/>
              <a:ext cx="127000" cy="127000"/>
            </a:xfrm>
            <a:prstGeom prst="rect">
              <a:avLst/>
            </a:prstGeom>
          </p:spPr>
        </p:pic>
      </p:grpSp>
      <p:sp>
        <p:nvSpPr>
          <p:cNvPr id="21" name="object 21" descr=""/>
          <p:cNvSpPr txBox="1"/>
          <p:nvPr/>
        </p:nvSpPr>
        <p:spPr>
          <a:xfrm>
            <a:off x="1968500" y="3206750"/>
            <a:ext cx="100456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30">
                <a:solidFill>
                  <a:srgbClr val="2E7D32"/>
                </a:solidFill>
                <a:latin typeface="Tahoma"/>
                <a:cs typeface="Tahoma"/>
              </a:rPr>
              <a:t>Rich</a:t>
            </a:r>
            <a:r>
              <a:rPr dirty="0" sz="1200" spc="-100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200" spc="-30">
                <a:solidFill>
                  <a:srgbClr val="2E7D32"/>
                </a:solidFill>
                <a:latin typeface="Tahoma"/>
                <a:cs typeface="Tahoma"/>
              </a:rPr>
              <a:t>ecosystem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6117335" y="2069592"/>
            <a:ext cx="5511165" cy="1777364"/>
            <a:chOff x="6117335" y="2069592"/>
            <a:chExt cx="5511165" cy="1777364"/>
          </a:xfrm>
        </p:grpSpPr>
        <p:sp>
          <p:nvSpPr>
            <p:cNvPr id="23" name="object 23" descr=""/>
            <p:cNvSpPr/>
            <p:nvPr/>
          </p:nvSpPr>
          <p:spPr>
            <a:xfrm>
              <a:off x="6117335" y="2069592"/>
              <a:ext cx="5511165" cy="1777364"/>
            </a:xfrm>
            <a:custGeom>
              <a:avLst/>
              <a:gdLst/>
              <a:ahLst/>
              <a:cxnLst/>
              <a:rect l="l" t="t" r="r" b="b"/>
              <a:pathLst>
                <a:path w="5511165" h="1777364">
                  <a:moveTo>
                    <a:pt x="5510783" y="1776983"/>
                  </a:moveTo>
                  <a:lnTo>
                    <a:pt x="0" y="1776983"/>
                  </a:lnTo>
                  <a:lnTo>
                    <a:pt x="0" y="0"/>
                  </a:lnTo>
                  <a:lnTo>
                    <a:pt x="5510783" y="0"/>
                  </a:lnTo>
                  <a:lnTo>
                    <a:pt x="5510783" y="73532"/>
                  </a:lnTo>
                  <a:lnTo>
                    <a:pt x="216788" y="73532"/>
                  </a:lnTo>
                  <a:lnTo>
                    <a:pt x="206467" y="74031"/>
                  </a:lnTo>
                  <a:lnTo>
                    <a:pt x="167347" y="85918"/>
                  </a:lnTo>
                  <a:lnTo>
                    <a:pt x="135755" y="111871"/>
                  </a:lnTo>
                  <a:lnTo>
                    <a:pt x="116499" y="147938"/>
                  </a:lnTo>
                  <a:lnTo>
                    <a:pt x="112013" y="178307"/>
                  </a:lnTo>
                  <a:lnTo>
                    <a:pt x="112013" y="1521332"/>
                  </a:lnTo>
                  <a:lnTo>
                    <a:pt x="119989" y="1561428"/>
                  </a:lnTo>
                  <a:lnTo>
                    <a:pt x="142701" y="1595419"/>
                  </a:lnTo>
                  <a:lnTo>
                    <a:pt x="176692" y="1618131"/>
                  </a:lnTo>
                  <a:lnTo>
                    <a:pt x="216788" y="1626107"/>
                  </a:lnTo>
                  <a:lnTo>
                    <a:pt x="5510783" y="1626107"/>
                  </a:lnTo>
                  <a:lnTo>
                    <a:pt x="5510783" y="1776983"/>
                  </a:lnTo>
                  <a:close/>
                </a:path>
                <a:path w="5511165" h="1777364">
                  <a:moveTo>
                    <a:pt x="5510783" y="1626107"/>
                  </a:moveTo>
                  <a:lnTo>
                    <a:pt x="5293613" y="1626107"/>
                  </a:lnTo>
                  <a:lnTo>
                    <a:pt x="5303934" y="1625609"/>
                  </a:lnTo>
                  <a:lnTo>
                    <a:pt x="5314057" y="1624113"/>
                  </a:lnTo>
                  <a:lnTo>
                    <a:pt x="5351833" y="1608466"/>
                  </a:lnTo>
                  <a:lnTo>
                    <a:pt x="5380746" y="1579553"/>
                  </a:lnTo>
                  <a:lnTo>
                    <a:pt x="5396393" y="1541777"/>
                  </a:lnTo>
                  <a:lnTo>
                    <a:pt x="5398388" y="1521332"/>
                  </a:lnTo>
                  <a:lnTo>
                    <a:pt x="5398388" y="178307"/>
                  </a:lnTo>
                  <a:lnTo>
                    <a:pt x="5390411" y="138212"/>
                  </a:lnTo>
                  <a:lnTo>
                    <a:pt x="5367700" y="104220"/>
                  </a:lnTo>
                  <a:lnTo>
                    <a:pt x="5333708" y="81508"/>
                  </a:lnTo>
                  <a:lnTo>
                    <a:pt x="5293613" y="73532"/>
                  </a:lnTo>
                  <a:lnTo>
                    <a:pt x="5510783" y="73532"/>
                  </a:lnTo>
                  <a:lnTo>
                    <a:pt x="5510783" y="1626107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6219824" y="2133599"/>
              <a:ext cx="5305425" cy="1571625"/>
            </a:xfrm>
            <a:custGeom>
              <a:avLst/>
              <a:gdLst/>
              <a:ahLst/>
              <a:cxnLst/>
              <a:rect l="l" t="t" r="r" b="b"/>
              <a:pathLst>
                <a:path w="5305425" h="1571625">
                  <a:moveTo>
                    <a:pt x="5198630" y="1571624"/>
                  </a:moveTo>
                  <a:lnTo>
                    <a:pt x="106795" y="1571624"/>
                  </a:lnTo>
                  <a:lnTo>
                    <a:pt x="99361" y="1570892"/>
                  </a:lnTo>
                  <a:lnTo>
                    <a:pt x="57038" y="1556531"/>
                  </a:lnTo>
                  <a:lnTo>
                    <a:pt x="23431" y="1527066"/>
                  </a:lnTo>
                  <a:lnTo>
                    <a:pt x="3659" y="1486984"/>
                  </a:lnTo>
                  <a:lnTo>
                    <a:pt x="0" y="1464829"/>
                  </a:lnTo>
                  <a:lnTo>
                    <a:pt x="0" y="1457324"/>
                  </a:lnTo>
                  <a:lnTo>
                    <a:pt x="0" y="106794"/>
                  </a:lnTo>
                  <a:lnTo>
                    <a:pt x="11571" y="63625"/>
                  </a:lnTo>
                  <a:lnTo>
                    <a:pt x="38784" y="28170"/>
                  </a:lnTo>
                  <a:lnTo>
                    <a:pt x="77492" y="5828"/>
                  </a:lnTo>
                  <a:lnTo>
                    <a:pt x="106795" y="0"/>
                  </a:lnTo>
                  <a:lnTo>
                    <a:pt x="5198630" y="0"/>
                  </a:lnTo>
                  <a:lnTo>
                    <a:pt x="5241797" y="11572"/>
                  </a:lnTo>
                  <a:lnTo>
                    <a:pt x="5277252" y="38784"/>
                  </a:lnTo>
                  <a:lnTo>
                    <a:pt x="5299595" y="77492"/>
                  </a:lnTo>
                  <a:lnTo>
                    <a:pt x="5305424" y="106794"/>
                  </a:lnTo>
                  <a:lnTo>
                    <a:pt x="5305424" y="1464829"/>
                  </a:lnTo>
                  <a:lnTo>
                    <a:pt x="5293851" y="1507999"/>
                  </a:lnTo>
                  <a:lnTo>
                    <a:pt x="5266638" y="1543454"/>
                  </a:lnTo>
                  <a:lnTo>
                    <a:pt x="5227931" y="1565796"/>
                  </a:lnTo>
                  <a:lnTo>
                    <a:pt x="5206062" y="1570892"/>
                  </a:lnTo>
                  <a:lnTo>
                    <a:pt x="5198630" y="1571624"/>
                  </a:lnTo>
                  <a:close/>
                </a:path>
              </a:pathLst>
            </a:custGeom>
            <a:solidFill>
              <a:srgbClr val="F1F7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6457949" y="2371724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1" y="568407"/>
                  </a:lnTo>
                  <a:lnTo>
                    <a:pt x="202800" y="559195"/>
                  </a:lnTo>
                  <a:lnTo>
                    <a:pt x="163575" y="544064"/>
                  </a:lnTo>
                  <a:lnTo>
                    <a:pt x="126995" y="523341"/>
                  </a:lnTo>
                  <a:lnTo>
                    <a:pt x="93851" y="497476"/>
                  </a:lnTo>
                  <a:lnTo>
                    <a:pt x="64862" y="467027"/>
                  </a:lnTo>
                  <a:lnTo>
                    <a:pt x="40654" y="432654"/>
                  </a:lnTo>
                  <a:lnTo>
                    <a:pt x="21751" y="395101"/>
                  </a:lnTo>
                  <a:lnTo>
                    <a:pt x="8563" y="355181"/>
                  </a:lnTo>
                  <a:lnTo>
                    <a:pt x="1376" y="313758"/>
                  </a:lnTo>
                  <a:lnTo>
                    <a:pt x="0" y="285749"/>
                  </a:lnTo>
                  <a:lnTo>
                    <a:pt x="344" y="271729"/>
                  </a:lnTo>
                  <a:lnTo>
                    <a:pt x="5490" y="230002"/>
                  </a:lnTo>
                  <a:lnTo>
                    <a:pt x="16703" y="189483"/>
                  </a:lnTo>
                  <a:lnTo>
                    <a:pt x="33740" y="151048"/>
                  </a:lnTo>
                  <a:lnTo>
                    <a:pt x="56233" y="115528"/>
                  </a:lnTo>
                  <a:lnTo>
                    <a:pt x="83694" y="83693"/>
                  </a:lnTo>
                  <a:lnTo>
                    <a:pt x="115528" y="56233"/>
                  </a:lnTo>
                  <a:lnTo>
                    <a:pt x="151048" y="33740"/>
                  </a:lnTo>
                  <a:lnTo>
                    <a:pt x="189483" y="16703"/>
                  </a:lnTo>
                  <a:lnTo>
                    <a:pt x="230002" y="5490"/>
                  </a:lnTo>
                  <a:lnTo>
                    <a:pt x="271728" y="344"/>
                  </a:lnTo>
                  <a:lnTo>
                    <a:pt x="285749" y="0"/>
                  </a:lnTo>
                  <a:lnTo>
                    <a:pt x="299771" y="344"/>
                  </a:lnTo>
                  <a:lnTo>
                    <a:pt x="341495" y="5490"/>
                  </a:lnTo>
                  <a:lnTo>
                    <a:pt x="382015" y="16703"/>
                  </a:lnTo>
                  <a:lnTo>
                    <a:pt x="420451" y="33740"/>
                  </a:lnTo>
                  <a:lnTo>
                    <a:pt x="455970" y="56233"/>
                  </a:lnTo>
                  <a:lnTo>
                    <a:pt x="487805" y="83693"/>
                  </a:lnTo>
                  <a:lnTo>
                    <a:pt x="515266" y="115528"/>
                  </a:lnTo>
                  <a:lnTo>
                    <a:pt x="537758" y="151048"/>
                  </a:lnTo>
                  <a:lnTo>
                    <a:pt x="554796" y="189483"/>
                  </a:lnTo>
                  <a:lnTo>
                    <a:pt x="566008" y="230002"/>
                  </a:lnTo>
                  <a:lnTo>
                    <a:pt x="571155" y="271729"/>
                  </a:lnTo>
                  <a:lnTo>
                    <a:pt x="571499" y="285749"/>
                  </a:lnTo>
                  <a:lnTo>
                    <a:pt x="571155" y="299771"/>
                  </a:lnTo>
                  <a:lnTo>
                    <a:pt x="566008" y="341496"/>
                  </a:lnTo>
                  <a:lnTo>
                    <a:pt x="554795" y="382015"/>
                  </a:lnTo>
                  <a:lnTo>
                    <a:pt x="537758" y="420451"/>
                  </a:lnTo>
                  <a:lnTo>
                    <a:pt x="515266" y="455970"/>
                  </a:lnTo>
                  <a:lnTo>
                    <a:pt x="487805" y="487805"/>
                  </a:lnTo>
                  <a:lnTo>
                    <a:pt x="455970" y="515266"/>
                  </a:lnTo>
                  <a:lnTo>
                    <a:pt x="420451" y="537758"/>
                  </a:lnTo>
                  <a:lnTo>
                    <a:pt x="382015" y="554796"/>
                  </a:lnTo>
                  <a:lnTo>
                    <a:pt x="341495" y="566008"/>
                  </a:lnTo>
                  <a:lnTo>
                    <a:pt x="299771" y="571155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24637" y="2543174"/>
              <a:ext cx="228600" cy="228600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7219949" y="2781299"/>
              <a:ext cx="1704975" cy="304800"/>
            </a:xfrm>
            <a:custGeom>
              <a:avLst/>
              <a:gdLst/>
              <a:ahLst/>
              <a:cxnLst/>
              <a:rect l="l" t="t" r="r" b="b"/>
              <a:pathLst>
                <a:path w="1704975" h="304800">
                  <a:moveTo>
                    <a:pt x="1552574" y="304799"/>
                  </a:moveTo>
                  <a:lnTo>
                    <a:pt x="152399" y="304799"/>
                  </a:lnTo>
                  <a:lnTo>
                    <a:pt x="144912" y="304616"/>
                  </a:lnTo>
                  <a:lnTo>
                    <a:pt x="101065" y="295894"/>
                  </a:lnTo>
                  <a:lnTo>
                    <a:pt x="61606" y="274804"/>
                  </a:lnTo>
                  <a:lnTo>
                    <a:pt x="29995" y="243192"/>
                  </a:lnTo>
                  <a:lnTo>
                    <a:pt x="8903" y="203733"/>
                  </a:lnTo>
                  <a:lnTo>
                    <a:pt x="182" y="159886"/>
                  </a:lnTo>
                  <a:lnTo>
                    <a:pt x="0" y="152399"/>
                  </a:lnTo>
                  <a:lnTo>
                    <a:pt x="182" y="144912"/>
                  </a:lnTo>
                  <a:lnTo>
                    <a:pt x="8903" y="101065"/>
                  </a:lnTo>
                  <a:lnTo>
                    <a:pt x="29995" y="61606"/>
                  </a:lnTo>
                  <a:lnTo>
                    <a:pt x="61606" y="29995"/>
                  </a:lnTo>
                  <a:lnTo>
                    <a:pt x="101065" y="8904"/>
                  </a:lnTo>
                  <a:lnTo>
                    <a:pt x="144912" y="183"/>
                  </a:lnTo>
                  <a:lnTo>
                    <a:pt x="152399" y="0"/>
                  </a:lnTo>
                  <a:lnTo>
                    <a:pt x="1552574" y="0"/>
                  </a:lnTo>
                  <a:lnTo>
                    <a:pt x="1596813" y="6560"/>
                  </a:lnTo>
                  <a:lnTo>
                    <a:pt x="1637242" y="25683"/>
                  </a:lnTo>
                  <a:lnTo>
                    <a:pt x="1670382" y="55716"/>
                  </a:lnTo>
                  <a:lnTo>
                    <a:pt x="1693373" y="94078"/>
                  </a:lnTo>
                  <a:lnTo>
                    <a:pt x="1704242" y="137461"/>
                  </a:lnTo>
                  <a:lnTo>
                    <a:pt x="1704974" y="152399"/>
                  </a:lnTo>
                  <a:lnTo>
                    <a:pt x="1704791" y="159886"/>
                  </a:lnTo>
                  <a:lnTo>
                    <a:pt x="1696069" y="203733"/>
                  </a:lnTo>
                  <a:lnTo>
                    <a:pt x="1674978" y="243192"/>
                  </a:lnTo>
                  <a:lnTo>
                    <a:pt x="1643366" y="274803"/>
                  </a:lnTo>
                  <a:lnTo>
                    <a:pt x="1603907" y="295894"/>
                  </a:lnTo>
                  <a:lnTo>
                    <a:pt x="1560061" y="304616"/>
                  </a:lnTo>
                  <a:lnTo>
                    <a:pt x="1552574" y="304799"/>
                  </a:lnTo>
                  <a:close/>
                </a:path>
              </a:pathLst>
            </a:custGeom>
            <a:solidFill>
              <a:srgbClr val="2E7D32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42187" y="2870199"/>
              <a:ext cx="127000" cy="127000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9001124" y="2781299"/>
              <a:ext cx="1590675" cy="304800"/>
            </a:xfrm>
            <a:custGeom>
              <a:avLst/>
              <a:gdLst/>
              <a:ahLst/>
              <a:cxnLst/>
              <a:rect l="l" t="t" r="r" b="b"/>
              <a:pathLst>
                <a:path w="1590675" h="304800">
                  <a:moveTo>
                    <a:pt x="1438274" y="304799"/>
                  </a:moveTo>
                  <a:lnTo>
                    <a:pt x="152399" y="304799"/>
                  </a:lnTo>
                  <a:lnTo>
                    <a:pt x="144912" y="304616"/>
                  </a:lnTo>
                  <a:lnTo>
                    <a:pt x="101064" y="295894"/>
                  </a:lnTo>
                  <a:lnTo>
                    <a:pt x="61606" y="274804"/>
                  </a:lnTo>
                  <a:lnTo>
                    <a:pt x="29994" y="243192"/>
                  </a:lnTo>
                  <a:lnTo>
                    <a:pt x="8903" y="203733"/>
                  </a:lnTo>
                  <a:lnTo>
                    <a:pt x="182" y="159886"/>
                  </a:lnTo>
                  <a:lnTo>
                    <a:pt x="0" y="152399"/>
                  </a:lnTo>
                  <a:lnTo>
                    <a:pt x="182" y="144912"/>
                  </a:lnTo>
                  <a:lnTo>
                    <a:pt x="8903" y="101065"/>
                  </a:lnTo>
                  <a:lnTo>
                    <a:pt x="29994" y="61606"/>
                  </a:lnTo>
                  <a:lnTo>
                    <a:pt x="61606" y="29995"/>
                  </a:lnTo>
                  <a:lnTo>
                    <a:pt x="101064" y="8904"/>
                  </a:lnTo>
                  <a:lnTo>
                    <a:pt x="144912" y="183"/>
                  </a:lnTo>
                  <a:lnTo>
                    <a:pt x="152399" y="0"/>
                  </a:lnTo>
                  <a:lnTo>
                    <a:pt x="1438274" y="0"/>
                  </a:lnTo>
                  <a:lnTo>
                    <a:pt x="1482512" y="6560"/>
                  </a:lnTo>
                  <a:lnTo>
                    <a:pt x="1522940" y="25683"/>
                  </a:lnTo>
                  <a:lnTo>
                    <a:pt x="1556081" y="55716"/>
                  </a:lnTo>
                  <a:lnTo>
                    <a:pt x="1579072" y="94078"/>
                  </a:lnTo>
                  <a:lnTo>
                    <a:pt x="1589942" y="137461"/>
                  </a:lnTo>
                  <a:lnTo>
                    <a:pt x="1590674" y="152399"/>
                  </a:lnTo>
                  <a:lnTo>
                    <a:pt x="1590491" y="159886"/>
                  </a:lnTo>
                  <a:lnTo>
                    <a:pt x="1581768" y="203733"/>
                  </a:lnTo>
                  <a:lnTo>
                    <a:pt x="1560677" y="243192"/>
                  </a:lnTo>
                  <a:lnTo>
                    <a:pt x="1529064" y="274803"/>
                  </a:lnTo>
                  <a:lnTo>
                    <a:pt x="1489606" y="295894"/>
                  </a:lnTo>
                  <a:lnTo>
                    <a:pt x="1445761" y="304616"/>
                  </a:lnTo>
                  <a:lnTo>
                    <a:pt x="1438274" y="304799"/>
                  </a:lnTo>
                  <a:close/>
                </a:path>
              </a:pathLst>
            </a:custGeom>
            <a:solidFill>
              <a:srgbClr val="2E7D32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30654" y="2870199"/>
              <a:ext cx="127000" cy="127000"/>
            </a:xfrm>
            <a:prstGeom prst="rect">
              <a:avLst/>
            </a:prstGeom>
          </p:spPr>
        </p:pic>
      </p:grpSp>
      <p:sp>
        <p:nvSpPr>
          <p:cNvPr id="31" name="object 31" descr=""/>
          <p:cNvSpPr txBox="1"/>
          <p:nvPr/>
        </p:nvSpPr>
        <p:spPr>
          <a:xfrm>
            <a:off x="7202487" y="2359025"/>
            <a:ext cx="3292475" cy="6750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65" b="1">
                <a:solidFill>
                  <a:srgbClr val="2E7D32"/>
                </a:solidFill>
                <a:latin typeface="Tahoma"/>
                <a:cs typeface="Tahoma"/>
              </a:rPr>
              <a:t>Backend:</a:t>
            </a:r>
            <a:r>
              <a:rPr dirty="0" sz="1800" spc="-125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800" spc="-150" b="1">
                <a:solidFill>
                  <a:srgbClr val="2E7D32"/>
                </a:solidFill>
                <a:latin typeface="Tahoma"/>
                <a:cs typeface="Tahoma"/>
              </a:rPr>
              <a:t>Node.js</a:t>
            </a:r>
            <a:r>
              <a:rPr dirty="0" sz="1800" spc="-125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800" spc="-565" b="1">
                <a:solidFill>
                  <a:srgbClr val="2E7D32"/>
                </a:solidFill>
                <a:latin typeface="Tahoma"/>
                <a:cs typeface="Tahoma"/>
              </a:rPr>
              <a:t>+</a:t>
            </a:r>
            <a:r>
              <a:rPr dirty="0" sz="1800" spc="-125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800" spc="-20" b="1">
                <a:solidFill>
                  <a:srgbClr val="2E7D32"/>
                </a:solidFill>
                <a:latin typeface="Tahoma"/>
                <a:cs typeface="Tahoma"/>
              </a:rPr>
              <a:t>Express</a:t>
            </a:r>
            <a:endParaRPr sz="1800">
              <a:latin typeface="Tahoma"/>
              <a:cs typeface="Tahoma"/>
            </a:endParaRPr>
          </a:p>
          <a:p>
            <a:pPr marL="326390">
              <a:lnSpc>
                <a:spcPct val="100000"/>
              </a:lnSpc>
              <a:spcBef>
                <a:spcPts val="1515"/>
              </a:spcBef>
              <a:tabLst>
                <a:tab pos="2115185" algn="l"/>
              </a:tabLst>
            </a:pPr>
            <a:r>
              <a:rPr dirty="0" sz="1200" spc="-10">
                <a:solidFill>
                  <a:srgbClr val="2E7D32"/>
                </a:solidFill>
                <a:latin typeface="Tahoma"/>
                <a:cs typeface="Tahoma"/>
              </a:rPr>
              <a:t>JavaScript</a:t>
            </a:r>
            <a:r>
              <a:rPr dirty="0" sz="1200" spc="-105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E7D32"/>
                </a:solidFill>
                <a:latin typeface="Tahoma"/>
                <a:cs typeface="Tahoma"/>
              </a:rPr>
              <a:t>full-stack</a:t>
            </a:r>
            <a:r>
              <a:rPr dirty="0" sz="1200">
                <a:solidFill>
                  <a:srgbClr val="2E7D32"/>
                </a:solidFill>
                <a:latin typeface="Tahoma"/>
                <a:cs typeface="Tahoma"/>
              </a:rPr>
              <a:t>	</a:t>
            </a:r>
            <a:r>
              <a:rPr dirty="0" sz="1200" spc="-40">
                <a:solidFill>
                  <a:srgbClr val="2E7D32"/>
                </a:solidFill>
                <a:latin typeface="Tahoma"/>
                <a:cs typeface="Tahoma"/>
              </a:rPr>
              <a:t>High-</a:t>
            </a:r>
            <a:r>
              <a:rPr dirty="0" sz="1200" spc="-25">
                <a:solidFill>
                  <a:srgbClr val="2E7D32"/>
                </a:solidFill>
                <a:latin typeface="Tahoma"/>
                <a:cs typeface="Tahoma"/>
              </a:rPr>
              <a:t>performance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7219949" y="3162299"/>
            <a:ext cx="1181100" cy="304800"/>
            <a:chOff x="7219949" y="3162299"/>
            <a:chExt cx="1181100" cy="304800"/>
          </a:xfrm>
        </p:grpSpPr>
        <p:sp>
          <p:nvSpPr>
            <p:cNvPr id="33" name="object 33" descr=""/>
            <p:cNvSpPr/>
            <p:nvPr/>
          </p:nvSpPr>
          <p:spPr>
            <a:xfrm>
              <a:off x="7219949" y="3162299"/>
              <a:ext cx="1181100" cy="304800"/>
            </a:xfrm>
            <a:custGeom>
              <a:avLst/>
              <a:gdLst/>
              <a:ahLst/>
              <a:cxnLst/>
              <a:rect l="l" t="t" r="r" b="b"/>
              <a:pathLst>
                <a:path w="1181100" h="304800">
                  <a:moveTo>
                    <a:pt x="1028699" y="304799"/>
                  </a:moveTo>
                  <a:lnTo>
                    <a:pt x="152399" y="304799"/>
                  </a:lnTo>
                  <a:lnTo>
                    <a:pt x="144912" y="304616"/>
                  </a:lnTo>
                  <a:lnTo>
                    <a:pt x="101065" y="295894"/>
                  </a:lnTo>
                  <a:lnTo>
                    <a:pt x="61606" y="274803"/>
                  </a:lnTo>
                  <a:lnTo>
                    <a:pt x="29995" y="243191"/>
                  </a:lnTo>
                  <a:lnTo>
                    <a:pt x="8903" y="203733"/>
                  </a:lnTo>
                  <a:lnTo>
                    <a:pt x="182" y="159886"/>
                  </a:lnTo>
                  <a:lnTo>
                    <a:pt x="0" y="152399"/>
                  </a:lnTo>
                  <a:lnTo>
                    <a:pt x="182" y="144912"/>
                  </a:lnTo>
                  <a:lnTo>
                    <a:pt x="8903" y="101065"/>
                  </a:lnTo>
                  <a:lnTo>
                    <a:pt x="29995" y="61607"/>
                  </a:lnTo>
                  <a:lnTo>
                    <a:pt x="61606" y="29995"/>
                  </a:lnTo>
                  <a:lnTo>
                    <a:pt x="101065" y="8904"/>
                  </a:lnTo>
                  <a:lnTo>
                    <a:pt x="144912" y="183"/>
                  </a:lnTo>
                  <a:lnTo>
                    <a:pt x="152399" y="0"/>
                  </a:lnTo>
                  <a:lnTo>
                    <a:pt x="1028699" y="0"/>
                  </a:lnTo>
                  <a:lnTo>
                    <a:pt x="1072939" y="6560"/>
                  </a:lnTo>
                  <a:lnTo>
                    <a:pt x="1113368" y="25683"/>
                  </a:lnTo>
                  <a:lnTo>
                    <a:pt x="1146506" y="55716"/>
                  </a:lnTo>
                  <a:lnTo>
                    <a:pt x="1169498" y="94078"/>
                  </a:lnTo>
                  <a:lnTo>
                    <a:pt x="1180367" y="137461"/>
                  </a:lnTo>
                  <a:lnTo>
                    <a:pt x="1181099" y="152399"/>
                  </a:lnTo>
                  <a:lnTo>
                    <a:pt x="1180916" y="159886"/>
                  </a:lnTo>
                  <a:lnTo>
                    <a:pt x="1172194" y="203733"/>
                  </a:lnTo>
                  <a:lnTo>
                    <a:pt x="1151103" y="243191"/>
                  </a:lnTo>
                  <a:lnTo>
                    <a:pt x="1119491" y="274803"/>
                  </a:lnTo>
                  <a:lnTo>
                    <a:pt x="1080032" y="295894"/>
                  </a:lnTo>
                  <a:lnTo>
                    <a:pt x="1036186" y="304616"/>
                  </a:lnTo>
                  <a:lnTo>
                    <a:pt x="1028699" y="304799"/>
                  </a:lnTo>
                  <a:close/>
                </a:path>
              </a:pathLst>
            </a:custGeom>
            <a:solidFill>
              <a:srgbClr val="2E7D32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42186" y="3251199"/>
              <a:ext cx="127000" cy="127000"/>
            </a:xfrm>
            <a:prstGeom prst="rect">
              <a:avLst/>
            </a:prstGeom>
          </p:spPr>
        </p:pic>
      </p:grpSp>
      <p:sp>
        <p:nvSpPr>
          <p:cNvPr id="35" name="object 35" descr=""/>
          <p:cNvSpPr txBox="1"/>
          <p:nvPr/>
        </p:nvSpPr>
        <p:spPr>
          <a:xfrm>
            <a:off x="7516812" y="3206750"/>
            <a:ext cx="7816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2E7D32"/>
                </a:solidFill>
                <a:latin typeface="Tahoma"/>
                <a:cs typeface="Tahoma"/>
              </a:rPr>
              <a:t>Lightweight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563879" y="3877056"/>
            <a:ext cx="5520055" cy="1780539"/>
            <a:chOff x="563879" y="3877056"/>
            <a:chExt cx="5520055" cy="1780539"/>
          </a:xfrm>
        </p:grpSpPr>
        <p:sp>
          <p:nvSpPr>
            <p:cNvPr id="37" name="object 37" descr=""/>
            <p:cNvSpPr/>
            <p:nvPr/>
          </p:nvSpPr>
          <p:spPr>
            <a:xfrm>
              <a:off x="563879" y="3877056"/>
              <a:ext cx="5520055" cy="1780539"/>
            </a:xfrm>
            <a:custGeom>
              <a:avLst/>
              <a:gdLst/>
              <a:ahLst/>
              <a:cxnLst/>
              <a:rect l="l" t="t" r="r" b="b"/>
              <a:pathLst>
                <a:path w="5520055" h="1780539">
                  <a:moveTo>
                    <a:pt x="5519927" y="1780031"/>
                  </a:moveTo>
                  <a:lnTo>
                    <a:pt x="0" y="1780031"/>
                  </a:lnTo>
                  <a:lnTo>
                    <a:pt x="0" y="0"/>
                  </a:lnTo>
                  <a:lnTo>
                    <a:pt x="5519927" y="0"/>
                  </a:lnTo>
                  <a:lnTo>
                    <a:pt x="5519927" y="75818"/>
                  </a:lnTo>
                  <a:lnTo>
                    <a:pt x="217169" y="75818"/>
                  </a:lnTo>
                  <a:lnTo>
                    <a:pt x="206848" y="76317"/>
                  </a:lnTo>
                  <a:lnTo>
                    <a:pt x="167729" y="88204"/>
                  </a:lnTo>
                  <a:lnTo>
                    <a:pt x="136136" y="114157"/>
                  </a:lnTo>
                  <a:lnTo>
                    <a:pt x="116881" y="150224"/>
                  </a:lnTo>
                  <a:lnTo>
                    <a:pt x="112394" y="180593"/>
                  </a:lnTo>
                  <a:lnTo>
                    <a:pt x="112394" y="1523618"/>
                  </a:lnTo>
                  <a:lnTo>
                    <a:pt x="120370" y="1563713"/>
                  </a:lnTo>
                  <a:lnTo>
                    <a:pt x="143082" y="1597705"/>
                  </a:lnTo>
                  <a:lnTo>
                    <a:pt x="177076" y="1620417"/>
                  </a:lnTo>
                  <a:lnTo>
                    <a:pt x="217169" y="1628393"/>
                  </a:lnTo>
                  <a:lnTo>
                    <a:pt x="5519927" y="1628393"/>
                  </a:lnTo>
                  <a:lnTo>
                    <a:pt x="5519927" y="1780031"/>
                  </a:lnTo>
                  <a:close/>
                </a:path>
                <a:path w="5520055" h="1780539">
                  <a:moveTo>
                    <a:pt x="5519927" y="1628393"/>
                  </a:moveTo>
                  <a:lnTo>
                    <a:pt x="5303519" y="1628393"/>
                  </a:lnTo>
                  <a:lnTo>
                    <a:pt x="5313840" y="1627895"/>
                  </a:lnTo>
                  <a:lnTo>
                    <a:pt x="5323963" y="1626399"/>
                  </a:lnTo>
                  <a:lnTo>
                    <a:pt x="5361739" y="1610751"/>
                  </a:lnTo>
                  <a:lnTo>
                    <a:pt x="5390652" y="1581838"/>
                  </a:lnTo>
                  <a:lnTo>
                    <a:pt x="5406300" y="1544063"/>
                  </a:lnTo>
                  <a:lnTo>
                    <a:pt x="5408294" y="1523618"/>
                  </a:lnTo>
                  <a:lnTo>
                    <a:pt x="5408294" y="180593"/>
                  </a:lnTo>
                  <a:lnTo>
                    <a:pt x="5400318" y="140497"/>
                  </a:lnTo>
                  <a:lnTo>
                    <a:pt x="5377606" y="106506"/>
                  </a:lnTo>
                  <a:lnTo>
                    <a:pt x="5343614" y="83794"/>
                  </a:lnTo>
                  <a:lnTo>
                    <a:pt x="5303519" y="75818"/>
                  </a:lnTo>
                  <a:lnTo>
                    <a:pt x="5519927" y="75818"/>
                  </a:lnTo>
                  <a:lnTo>
                    <a:pt x="5519927" y="1628393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666749" y="3943349"/>
              <a:ext cx="5314950" cy="1571625"/>
            </a:xfrm>
            <a:custGeom>
              <a:avLst/>
              <a:gdLst/>
              <a:ahLst/>
              <a:cxnLst/>
              <a:rect l="l" t="t" r="r" b="b"/>
              <a:pathLst>
                <a:path w="5314950" h="1571625">
                  <a:moveTo>
                    <a:pt x="5208154" y="1571624"/>
                  </a:moveTo>
                  <a:lnTo>
                    <a:pt x="106794" y="1571624"/>
                  </a:lnTo>
                  <a:lnTo>
                    <a:pt x="99361" y="1570892"/>
                  </a:lnTo>
                  <a:lnTo>
                    <a:pt x="57038" y="1556529"/>
                  </a:lnTo>
                  <a:lnTo>
                    <a:pt x="23432" y="1527066"/>
                  </a:lnTo>
                  <a:lnTo>
                    <a:pt x="3660" y="1486984"/>
                  </a:lnTo>
                  <a:lnTo>
                    <a:pt x="0" y="1464829"/>
                  </a:lnTo>
                  <a:lnTo>
                    <a:pt x="0" y="1457324"/>
                  </a:lnTo>
                  <a:lnTo>
                    <a:pt x="0" y="106794"/>
                  </a:lnTo>
                  <a:lnTo>
                    <a:pt x="11572" y="63624"/>
                  </a:lnTo>
                  <a:lnTo>
                    <a:pt x="38784" y="28170"/>
                  </a:lnTo>
                  <a:lnTo>
                    <a:pt x="77492" y="5828"/>
                  </a:lnTo>
                  <a:lnTo>
                    <a:pt x="106794" y="0"/>
                  </a:lnTo>
                  <a:lnTo>
                    <a:pt x="5208154" y="0"/>
                  </a:lnTo>
                  <a:lnTo>
                    <a:pt x="5251323" y="11572"/>
                  </a:lnTo>
                  <a:lnTo>
                    <a:pt x="5286778" y="38783"/>
                  </a:lnTo>
                  <a:lnTo>
                    <a:pt x="5309120" y="77492"/>
                  </a:lnTo>
                  <a:lnTo>
                    <a:pt x="5314949" y="106794"/>
                  </a:lnTo>
                  <a:lnTo>
                    <a:pt x="5314949" y="1464829"/>
                  </a:lnTo>
                  <a:lnTo>
                    <a:pt x="5303375" y="1507999"/>
                  </a:lnTo>
                  <a:lnTo>
                    <a:pt x="5276164" y="1543453"/>
                  </a:lnTo>
                  <a:lnTo>
                    <a:pt x="5237455" y="1565796"/>
                  </a:lnTo>
                  <a:lnTo>
                    <a:pt x="5215587" y="1570892"/>
                  </a:lnTo>
                  <a:lnTo>
                    <a:pt x="5208154" y="1571624"/>
                  </a:lnTo>
                  <a:close/>
                </a:path>
              </a:pathLst>
            </a:custGeom>
            <a:solidFill>
              <a:srgbClr val="F1F7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904874" y="4181474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1" y="568407"/>
                  </a:lnTo>
                  <a:lnTo>
                    <a:pt x="202801" y="559195"/>
                  </a:lnTo>
                  <a:lnTo>
                    <a:pt x="163575" y="544064"/>
                  </a:lnTo>
                  <a:lnTo>
                    <a:pt x="126995" y="523341"/>
                  </a:lnTo>
                  <a:lnTo>
                    <a:pt x="93851" y="497477"/>
                  </a:lnTo>
                  <a:lnTo>
                    <a:pt x="64862" y="467027"/>
                  </a:lnTo>
                  <a:lnTo>
                    <a:pt x="40653" y="432654"/>
                  </a:lnTo>
                  <a:lnTo>
                    <a:pt x="21751" y="395101"/>
                  </a:lnTo>
                  <a:lnTo>
                    <a:pt x="8563" y="355181"/>
                  </a:lnTo>
                  <a:lnTo>
                    <a:pt x="1376" y="313758"/>
                  </a:lnTo>
                  <a:lnTo>
                    <a:pt x="0" y="285749"/>
                  </a:lnTo>
                  <a:lnTo>
                    <a:pt x="343" y="271728"/>
                  </a:lnTo>
                  <a:lnTo>
                    <a:pt x="5490" y="230002"/>
                  </a:lnTo>
                  <a:lnTo>
                    <a:pt x="16703" y="189483"/>
                  </a:lnTo>
                  <a:lnTo>
                    <a:pt x="33740" y="151047"/>
                  </a:lnTo>
                  <a:lnTo>
                    <a:pt x="56233" y="115528"/>
                  </a:lnTo>
                  <a:lnTo>
                    <a:pt x="83694" y="83693"/>
                  </a:lnTo>
                  <a:lnTo>
                    <a:pt x="115528" y="56233"/>
                  </a:lnTo>
                  <a:lnTo>
                    <a:pt x="151048" y="33740"/>
                  </a:lnTo>
                  <a:lnTo>
                    <a:pt x="189483" y="16703"/>
                  </a:lnTo>
                  <a:lnTo>
                    <a:pt x="230002" y="5490"/>
                  </a:lnTo>
                  <a:lnTo>
                    <a:pt x="271728" y="344"/>
                  </a:lnTo>
                  <a:lnTo>
                    <a:pt x="285749" y="0"/>
                  </a:lnTo>
                  <a:lnTo>
                    <a:pt x="299771" y="344"/>
                  </a:lnTo>
                  <a:lnTo>
                    <a:pt x="341496" y="5490"/>
                  </a:lnTo>
                  <a:lnTo>
                    <a:pt x="382016" y="16703"/>
                  </a:lnTo>
                  <a:lnTo>
                    <a:pt x="420451" y="33741"/>
                  </a:lnTo>
                  <a:lnTo>
                    <a:pt x="455971" y="56232"/>
                  </a:lnTo>
                  <a:lnTo>
                    <a:pt x="487805" y="83693"/>
                  </a:lnTo>
                  <a:lnTo>
                    <a:pt x="515266" y="115528"/>
                  </a:lnTo>
                  <a:lnTo>
                    <a:pt x="537758" y="151048"/>
                  </a:lnTo>
                  <a:lnTo>
                    <a:pt x="554796" y="189483"/>
                  </a:lnTo>
                  <a:lnTo>
                    <a:pt x="566009" y="230002"/>
                  </a:lnTo>
                  <a:lnTo>
                    <a:pt x="571156" y="271728"/>
                  </a:lnTo>
                  <a:lnTo>
                    <a:pt x="571499" y="285749"/>
                  </a:lnTo>
                  <a:lnTo>
                    <a:pt x="571156" y="299771"/>
                  </a:lnTo>
                  <a:lnTo>
                    <a:pt x="566009" y="341496"/>
                  </a:lnTo>
                  <a:lnTo>
                    <a:pt x="554796" y="382016"/>
                  </a:lnTo>
                  <a:lnTo>
                    <a:pt x="537758" y="420451"/>
                  </a:lnTo>
                  <a:lnTo>
                    <a:pt x="515266" y="455971"/>
                  </a:lnTo>
                  <a:lnTo>
                    <a:pt x="487805" y="487805"/>
                  </a:lnTo>
                  <a:lnTo>
                    <a:pt x="455971" y="515266"/>
                  </a:lnTo>
                  <a:lnTo>
                    <a:pt x="420451" y="537758"/>
                  </a:lnTo>
                  <a:lnTo>
                    <a:pt x="382016" y="554796"/>
                  </a:lnTo>
                  <a:lnTo>
                    <a:pt x="341496" y="566008"/>
                  </a:lnTo>
                  <a:lnTo>
                    <a:pt x="299771" y="571155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63624" y="4362449"/>
              <a:ext cx="254000" cy="209550"/>
            </a:xfrm>
            <a:prstGeom prst="rect">
              <a:avLst/>
            </a:prstGeom>
          </p:spPr>
        </p:pic>
        <p:sp>
          <p:nvSpPr>
            <p:cNvPr id="41" name="object 41" descr=""/>
            <p:cNvSpPr/>
            <p:nvPr/>
          </p:nvSpPr>
          <p:spPr>
            <a:xfrm>
              <a:off x="1666874" y="4591049"/>
              <a:ext cx="2047875" cy="304800"/>
            </a:xfrm>
            <a:custGeom>
              <a:avLst/>
              <a:gdLst/>
              <a:ahLst/>
              <a:cxnLst/>
              <a:rect l="l" t="t" r="r" b="b"/>
              <a:pathLst>
                <a:path w="2047875" h="304800">
                  <a:moveTo>
                    <a:pt x="1895474" y="304799"/>
                  </a:moveTo>
                  <a:lnTo>
                    <a:pt x="152399" y="304799"/>
                  </a:lnTo>
                  <a:lnTo>
                    <a:pt x="144912" y="304616"/>
                  </a:lnTo>
                  <a:lnTo>
                    <a:pt x="101066" y="295894"/>
                  </a:lnTo>
                  <a:lnTo>
                    <a:pt x="61607" y="274803"/>
                  </a:lnTo>
                  <a:lnTo>
                    <a:pt x="29995" y="243191"/>
                  </a:lnTo>
                  <a:lnTo>
                    <a:pt x="8904" y="203733"/>
                  </a:lnTo>
                  <a:lnTo>
                    <a:pt x="182" y="159886"/>
                  </a:lnTo>
                  <a:lnTo>
                    <a:pt x="0" y="152399"/>
                  </a:lnTo>
                  <a:lnTo>
                    <a:pt x="182" y="144912"/>
                  </a:lnTo>
                  <a:lnTo>
                    <a:pt x="8904" y="101065"/>
                  </a:lnTo>
                  <a:lnTo>
                    <a:pt x="29995" y="61606"/>
                  </a:lnTo>
                  <a:lnTo>
                    <a:pt x="61607" y="29995"/>
                  </a:lnTo>
                  <a:lnTo>
                    <a:pt x="101066" y="8904"/>
                  </a:lnTo>
                  <a:lnTo>
                    <a:pt x="144912" y="183"/>
                  </a:lnTo>
                  <a:lnTo>
                    <a:pt x="152399" y="0"/>
                  </a:lnTo>
                  <a:lnTo>
                    <a:pt x="1895474" y="0"/>
                  </a:lnTo>
                  <a:lnTo>
                    <a:pt x="1939714" y="6560"/>
                  </a:lnTo>
                  <a:lnTo>
                    <a:pt x="1980143" y="25683"/>
                  </a:lnTo>
                  <a:lnTo>
                    <a:pt x="2013282" y="55716"/>
                  </a:lnTo>
                  <a:lnTo>
                    <a:pt x="2036273" y="94078"/>
                  </a:lnTo>
                  <a:lnTo>
                    <a:pt x="2047142" y="137461"/>
                  </a:lnTo>
                  <a:lnTo>
                    <a:pt x="2047874" y="152399"/>
                  </a:lnTo>
                  <a:lnTo>
                    <a:pt x="2047691" y="159886"/>
                  </a:lnTo>
                  <a:lnTo>
                    <a:pt x="2038969" y="203733"/>
                  </a:lnTo>
                  <a:lnTo>
                    <a:pt x="2017878" y="243191"/>
                  </a:lnTo>
                  <a:lnTo>
                    <a:pt x="1986266" y="274803"/>
                  </a:lnTo>
                  <a:lnTo>
                    <a:pt x="1946807" y="295894"/>
                  </a:lnTo>
                  <a:lnTo>
                    <a:pt x="1902961" y="304616"/>
                  </a:lnTo>
                  <a:lnTo>
                    <a:pt x="1895474" y="304799"/>
                  </a:lnTo>
                  <a:close/>
                </a:path>
              </a:pathLst>
            </a:custGeom>
            <a:solidFill>
              <a:srgbClr val="2E7D32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93874" y="4679949"/>
              <a:ext cx="127000" cy="127000"/>
            </a:xfrm>
            <a:prstGeom prst="rect">
              <a:avLst/>
            </a:prstGeom>
          </p:spPr>
        </p:pic>
      </p:grpSp>
      <p:sp>
        <p:nvSpPr>
          <p:cNvPr id="43" name="object 43" descr=""/>
          <p:cNvSpPr txBox="1"/>
          <p:nvPr/>
        </p:nvSpPr>
        <p:spPr>
          <a:xfrm>
            <a:off x="1654175" y="4168775"/>
            <a:ext cx="1989455" cy="6750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75" b="1">
                <a:solidFill>
                  <a:srgbClr val="2E7D32"/>
                </a:solidFill>
                <a:latin typeface="Tahoma"/>
                <a:cs typeface="Tahoma"/>
              </a:rPr>
              <a:t>Database:</a:t>
            </a:r>
            <a:r>
              <a:rPr dirty="0" sz="1800" spc="-105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800" spc="-175" b="1">
                <a:solidFill>
                  <a:srgbClr val="2E7D32"/>
                </a:solidFill>
                <a:latin typeface="Tahoma"/>
                <a:cs typeface="Tahoma"/>
              </a:rPr>
              <a:t>MongoDB</a:t>
            </a:r>
            <a:endParaRPr sz="1800">
              <a:latin typeface="Tahoma"/>
              <a:cs typeface="Tahoma"/>
            </a:endParaRPr>
          </a:p>
          <a:p>
            <a:pPr marL="326390">
              <a:lnSpc>
                <a:spcPct val="100000"/>
              </a:lnSpc>
              <a:spcBef>
                <a:spcPts val="1515"/>
              </a:spcBef>
            </a:pPr>
            <a:r>
              <a:rPr dirty="0" sz="1200" spc="-25">
                <a:solidFill>
                  <a:srgbClr val="2E7D32"/>
                </a:solidFill>
                <a:latin typeface="Tahoma"/>
                <a:cs typeface="Tahoma"/>
              </a:rPr>
              <a:t>Flexible</a:t>
            </a:r>
            <a:r>
              <a:rPr dirty="0" sz="1200" spc="-75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E7D32"/>
                </a:solidFill>
                <a:latin typeface="Tahoma"/>
                <a:cs typeface="Tahoma"/>
              </a:rPr>
              <a:t>document</a:t>
            </a:r>
            <a:r>
              <a:rPr dirty="0" sz="1200" spc="-75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E7D32"/>
                </a:solidFill>
                <a:latin typeface="Tahoma"/>
                <a:cs typeface="Tahoma"/>
              </a:rPr>
              <a:t>model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44" name="object 44" descr=""/>
          <p:cNvGrpSpPr/>
          <p:nvPr/>
        </p:nvGrpSpPr>
        <p:grpSpPr>
          <a:xfrm>
            <a:off x="3790949" y="4591049"/>
            <a:ext cx="1200150" cy="304800"/>
            <a:chOff x="3790949" y="4591049"/>
            <a:chExt cx="1200150" cy="304800"/>
          </a:xfrm>
        </p:grpSpPr>
        <p:sp>
          <p:nvSpPr>
            <p:cNvPr id="45" name="object 45" descr=""/>
            <p:cNvSpPr/>
            <p:nvPr/>
          </p:nvSpPr>
          <p:spPr>
            <a:xfrm>
              <a:off x="3790949" y="4591049"/>
              <a:ext cx="1200150" cy="304800"/>
            </a:xfrm>
            <a:custGeom>
              <a:avLst/>
              <a:gdLst/>
              <a:ahLst/>
              <a:cxnLst/>
              <a:rect l="l" t="t" r="r" b="b"/>
              <a:pathLst>
                <a:path w="1200150" h="304800">
                  <a:moveTo>
                    <a:pt x="1047749" y="304799"/>
                  </a:moveTo>
                  <a:lnTo>
                    <a:pt x="152399" y="304799"/>
                  </a:lnTo>
                  <a:lnTo>
                    <a:pt x="144912" y="304616"/>
                  </a:lnTo>
                  <a:lnTo>
                    <a:pt x="101065" y="295894"/>
                  </a:lnTo>
                  <a:lnTo>
                    <a:pt x="61607" y="274803"/>
                  </a:lnTo>
                  <a:lnTo>
                    <a:pt x="29995" y="243191"/>
                  </a:lnTo>
                  <a:lnTo>
                    <a:pt x="8904" y="203733"/>
                  </a:lnTo>
                  <a:lnTo>
                    <a:pt x="182" y="159886"/>
                  </a:lnTo>
                  <a:lnTo>
                    <a:pt x="0" y="152399"/>
                  </a:lnTo>
                  <a:lnTo>
                    <a:pt x="183" y="144912"/>
                  </a:lnTo>
                  <a:lnTo>
                    <a:pt x="8904" y="101065"/>
                  </a:lnTo>
                  <a:lnTo>
                    <a:pt x="29995" y="61606"/>
                  </a:lnTo>
                  <a:lnTo>
                    <a:pt x="61607" y="29995"/>
                  </a:lnTo>
                  <a:lnTo>
                    <a:pt x="101065" y="8904"/>
                  </a:lnTo>
                  <a:lnTo>
                    <a:pt x="144912" y="183"/>
                  </a:lnTo>
                  <a:lnTo>
                    <a:pt x="152399" y="0"/>
                  </a:lnTo>
                  <a:lnTo>
                    <a:pt x="1047749" y="0"/>
                  </a:lnTo>
                  <a:lnTo>
                    <a:pt x="1091989" y="6560"/>
                  </a:lnTo>
                  <a:lnTo>
                    <a:pt x="1132418" y="25683"/>
                  </a:lnTo>
                  <a:lnTo>
                    <a:pt x="1165557" y="55716"/>
                  </a:lnTo>
                  <a:lnTo>
                    <a:pt x="1188548" y="94078"/>
                  </a:lnTo>
                  <a:lnTo>
                    <a:pt x="1199417" y="137461"/>
                  </a:lnTo>
                  <a:lnTo>
                    <a:pt x="1200149" y="152399"/>
                  </a:lnTo>
                  <a:lnTo>
                    <a:pt x="1199966" y="159886"/>
                  </a:lnTo>
                  <a:lnTo>
                    <a:pt x="1191244" y="203733"/>
                  </a:lnTo>
                  <a:lnTo>
                    <a:pt x="1170153" y="243191"/>
                  </a:lnTo>
                  <a:lnTo>
                    <a:pt x="1138541" y="274803"/>
                  </a:lnTo>
                  <a:lnTo>
                    <a:pt x="1099083" y="295894"/>
                  </a:lnTo>
                  <a:lnTo>
                    <a:pt x="1055236" y="304616"/>
                  </a:lnTo>
                  <a:lnTo>
                    <a:pt x="1047749" y="304799"/>
                  </a:lnTo>
                  <a:close/>
                </a:path>
              </a:pathLst>
            </a:custGeom>
            <a:solidFill>
              <a:srgbClr val="2E7D32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16907" y="4679949"/>
              <a:ext cx="127000" cy="127000"/>
            </a:xfrm>
            <a:prstGeom prst="rect">
              <a:avLst/>
            </a:prstGeom>
          </p:spPr>
        </p:pic>
      </p:grpSp>
      <p:sp>
        <p:nvSpPr>
          <p:cNvPr id="47" name="object 47" descr=""/>
          <p:cNvSpPr txBox="1"/>
          <p:nvPr/>
        </p:nvSpPr>
        <p:spPr>
          <a:xfrm>
            <a:off x="4091533" y="4635500"/>
            <a:ext cx="7937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45">
                <a:solidFill>
                  <a:srgbClr val="2E7D32"/>
                </a:solidFill>
                <a:latin typeface="Tahoma"/>
                <a:cs typeface="Tahoma"/>
              </a:rPr>
              <a:t>Easy</a:t>
            </a:r>
            <a:r>
              <a:rPr dirty="0" sz="1200" spc="-110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E7D32"/>
                </a:solidFill>
                <a:latin typeface="Tahoma"/>
                <a:cs typeface="Tahoma"/>
              </a:rPr>
              <a:t>scaling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48" name="object 48" descr=""/>
          <p:cNvGrpSpPr/>
          <p:nvPr/>
        </p:nvGrpSpPr>
        <p:grpSpPr>
          <a:xfrm>
            <a:off x="1666874" y="4972049"/>
            <a:ext cx="1647825" cy="304800"/>
            <a:chOff x="1666874" y="4972049"/>
            <a:chExt cx="1647825" cy="304800"/>
          </a:xfrm>
        </p:grpSpPr>
        <p:sp>
          <p:nvSpPr>
            <p:cNvPr id="49" name="object 49" descr=""/>
            <p:cNvSpPr/>
            <p:nvPr/>
          </p:nvSpPr>
          <p:spPr>
            <a:xfrm>
              <a:off x="1666874" y="4972049"/>
              <a:ext cx="1647825" cy="304800"/>
            </a:xfrm>
            <a:custGeom>
              <a:avLst/>
              <a:gdLst/>
              <a:ahLst/>
              <a:cxnLst/>
              <a:rect l="l" t="t" r="r" b="b"/>
              <a:pathLst>
                <a:path w="1647825" h="304800">
                  <a:moveTo>
                    <a:pt x="1495424" y="304799"/>
                  </a:moveTo>
                  <a:lnTo>
                    <a:pt x="152399" y="304799"/>
                  </a:lnTo>
                  <a:lnTo>
                    <a:pt x="144912" y="304616"/>
                  </a:lnTo>
                  <a:lnTo>
                    <a:pt x="101066" y="295894"/>
                  </a:lnTo>
                  <a:lnTo>
                    <a:pt x="61607" y="274804"/>
                  </a:lnTo>
                  <a:lnTo>
                    <a:pt x="29995" y="243191"/>
                  </a:lnTo>
                  <a:lnTo>
                    <a:pt x="8904" y="203732"/>
                  </a:lnTo>
                  <a:lnTo>
                    <a:pt x="182" y="159887"/>
                  </a:lnTo>
                  <a:lnTo>
                    <a:pt x="0" y="152399"/>
                  </a:lnTo>
                  <a:lnTo>
                    <a:pt x="182" y="144912"/>
                  </a:lnTo>
                  <a:lnTo>
                    <a:pt x="8904" y="101065"/>
                  </a:lnTo>
                  <a:lnTo>
                    <a:pt x="29995" y="61607"/>
                  </a:lnTo>
                  <a:lnTo>
                    <a:pt x="61607" y="29995"/>
                  </a:lnTo>
                  <a:lnTo>
                    <a:pt x="101066" y="8904"/>
                  </a:lnTo>
                  <a:lnTo>
                    <a:pt x="144912" y="183"/>
                  </a:lnTo>
                  <a:lnTo>
                    <a:pt x="152399" y="0"/>
                  </a:lnTo>
                  <a:lnTo>
                    <a:pt x="1495424" y="0"/>
                  </a:lnTo>
                  <a:lnTo>
                    <a:pt x="1539664" y="6560"/>
                  </a:lnTo>
                  <a:lnTo>
                    <a:pt x="1580092" y="25683"/>
                  </a:lnTo>
                  <a:lnTo>
                    <a:pt x="1613232" y="55717"/>
                  </a:lnTo>
                  <a:lnTo>
                    <a:pt x="1636223" y="94078"/>
                  </a:lnTo>
                  <a:lnTo>
                    <a:pt x="1647092" y="137461"/>
                  </a:lnTo>
                  <a:lnTo>
                    <a:pt x="1647824" y="152399"/>
                  </a:lnTo>
                  <a:lnTo>
                    <a:pt x="1647641" y="159887"/>
                  </a:lnTo>
                  <a:lnTo>
                    <a:pt x="1638919" y="203732"/>
                  </a:lnTo>
                  <a:lnTo>
                    <a:pt x="1617828" y="243191"/>
                  </a:lnTo>
                  <a:lnTo>
                    <a:pt x="1586216" y="274804"/>
                  </a:lnTo>
                  <a:lnTo>
                    <a:pt x="1546758" y="295894"/>
                  </a:lnTo>
                  <a:lnTo>
                    <a:pt x="1502911" y="304616"/>
                  </a:lnTo>
                  <a:lnTo>
                    <a:pt x="1495424" y="304799"/>
                  </a:lnTo>
                  <a:close/>
                </a:path>
              </a:pathLst>
            </a:custGeom>
            <a:solidFill>
              <a:srgbClr val="2E7D32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93874" y="5060949"/>
              <a:ext cx="127000" cy="127000"/>
            </a:xfrm>
            <a:prstGeom prst="rect">
              <a:avLst/>
            </a:prstGeom>
          </p:spPr>
        </p:pic>
      </p:grpSp>
      <p:sp>
        <p:nvSpPr>
          <p:cNvPr id="51" name="object 51" descr=""/>
          <p:cNvSpPr txBox="1"/>
          <p:nvPr/>
        </p:nvSpPr>
        <p:spPr>
          <a:xfrm>
            <a:off x="1968500" y="5016500"/>
            <a:ext cx="12407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35">
                <a:solidFill>
                  <a:srgbClr val="2E7D32"/>
                </a:solidFill>
                <a:latin typeface="Tahoma"/>
                <a:cs typeface="Tahoma"/>
              </a:rPr>
              <a:t>Node.js</a:t>
            </a:r>
            <a:r>
              <a:rPr dirty="0" sz="1200" spc="-80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E7D32"/>
                </a:solidFill>
                <a:latin typeface="Tahoma"/>
                <a:cs typeface="Tahoma"/>
              </a:rPr>
              <a:t>integration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2" name="object 52" descr=""/>
          <p:cNvGrpSpPr/>
          <p:nvPr/>
        </p:nvGrpSpPr>
        <p:grpSpPr>
          <a:xfrm>
            <a:off x="6117335" y="3877056"/>
            <a:ext cx="5511165" cy="1780539"/>
            <a:chOff x="6117335" y="3877056"/>
            <a:chExt cx="5511165" cy="1780539"/>
          </a:xfrm>
        </p:grpSpPr>
        <p:sp>
          <p:nvSpPr>
            <p:cNvPr id="53" name="object 53" descr=""/>
            <p:cNvSpPr/>
            <p:nvPr/>
          </p:nvSpPr>
          <p:spPr>
            <a:xfrm>
              <a:off x="6117335" y="3877056"/>
              <a:ext cx="5511165" cy="1780539"/>
            </a:xfrm>
            <a:custGeom>
              <a:avLst/>
              <a:gdLst/>
              <a:ahLst/>
              <a:cxnLst/>
              <a:rect l="l" t="t" r="r" b="b"/>
              <a:pathLst>
                <a:path w="5511165" h="1780539">
                  <a:moveTo>
                    <a:pt x="5510783" y="1780031"/>
                  </a:moveTo>
                  <a:lnTo>
                    <a:pt x="0" y="1780031"/>
                  </a:lnTo>
                  <a:lnTo>
                    <a:pt x="0" y="0"/>
                  </a:lnTo>
                  <a:lnTo>
                    <a:pt x="5510783" y="0"/>
                  </a:lnTo>
                  <a:lnTo>
                    <a:pt x="5510783" y="75818"/>
                  </a:lnTo>
                  <a:lnTo>
                    <a:pt x="216788" y="75818"/>
                  </a:lnTo>
                  <a:lnTo>
                    <a:pt x="206467" y="76317"/>
                  </a:lnTo>
                  <a:lnTo>
                    <a:pt x="167347" y="88204"/>
                  </a:lnTo>
                  <a:lnTo>
                    <a:pt x="135755" y="114157"/>
                  </a:lnTo>
                  <a:lnTo>
                    <a:pt x="116499" y="150224"/>
                  </a:lnTo>
                  <a:lnTo>
                    <a:pt x="112013" y="180593"/>
                  </a:lnTo>
                  <a:lnTo>
                    <a:pt x="112013" y="1523618"/>
                  </a:lnTo>
                  <a:lnTo>
                    <a:pt x="119989" y="1563713"/>
                  </a:lnTo>
                  <a:lnTo>
                    <a:pt x="142701" y="1597705"/>
                  </a:lnTo>
                  <a:lnTo>
                    <a:pt x="176695" y="1620417"/>
                  </a:lnTo>
                  <a:lnTo>
                    <a:pt x="216788" y="1628393"/>
                  </a:lnTo>
                  <a:lnTo>
                    <a:pt x="5510783" y="1628393"/>
                  </a:lnTo>
                  <a:lnTo>
                    <a:pt x="5510783" y="1780031"/>
                  </a:lnTo>
                  <a:close/>
                </a:path>
                <a:path w="5511165" h="1780539">
                  <a:moveTo>
                    <a:pt x="5510783" y="1628393"/>
                  </a:moveTo>
                  <a:lnTo>
                    <a:pt x="5293613" y="1628393"/>
                  </a:lnTo>
                  <a:lnTo>
                    <a:pt x="5303934" y="1627895"/>
                  </a:lnTo>
                  <a:lnTo>
                    <a:pt x="5314057" y="1626399"/>
                  </a:lnTo>
                  <a:lnTo>
                    <a:pt x="5351833" y="1610751"/>
                  </a:lnTo>
                  <a:lnTo>
                    <a:pt x="5380746" y="1581838"/>
                  </a:lnTo>
                  <a:lnTo>
                    <a:pt x="5396393" y="1544063"/>
                  </a:lnTo>
                  <a:lnTo>
                    <a:pt x="5398388" y="1523618"/>
                  </a:lnTo>
                  <a:lnTo>
                    <a:pt x="5398388" y="180593"/>
                  </a:lnTo>
                  <a:lnTo>
                    <a:pt x="5390411" y="140497"/>
                  </a:lnTo>
                  <a:lnTo>
                    <a:pt x="5367700" y="106506"/>
                  </a:lnTo>
                  <a:lnTo>
                    <a:pt x="5333708" y="83794"/>
                  </a:lnTo>
                  <a:lnTo>
                    <a:pt x="5293613" y="75818"/>
                  </a:lnTo>
                  <a:lnTo>
                    <a:pt x="5510783" y="75818"/>
                  </a:lnTo>
                  <a:lnTo>
                    <a:pt x="5510783" y="1628393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6219824" y="3943349"/>
              <a:ext cx="5305425" cy="1571625"/>
            </a:xfrm>
            <a:custGeom>
              <a:avLst/>
              <a:gdLst/>
              <a:ahLst/>
              <a:cxnLst/>
              <a:rect l="l" t="t" r="r" b="b"/>
              <a:pathLst>
                <a:path w="5305425" h="1571625">
                  <a:moveTo>
                    <a:pt x="5198630" y="1571624"/>
                  </a:moveTo>
                  <a:lnTo>
                    <a:pt x="106795" y="1571624"/>
                  </a:lnTo>
                  <a:lnTo>
                    <a:pt x="99361" y="1570892"/>
                  </a:lnTo>
                  <a:lnTo>
                    <a:pt x="57038" y="1556529"/>
                  </a:lnTo>
                  <a:lnTo>
                    <a:pt x="23431" y="1527066"/>
                  </a:lnTo>
                  <a:lnTo>
                    <a:pt x="3659" y="1486984"/>
                  </a:lnTo>
                  <a:lnTo>
                    <a:pt x="0" y="1464829"/>
                  </a:lnTo>
                  <a:lnTo>
                    <a:pt x="0" y="1457324"/>
                  </a:lnTo>
                  <a:lnTo>
                    <a:pt x="0" y="106794"/>
                  </a:lnTo>
                  <a:lnTo>
                    <a:pt x="11571" y="63624"/>
                  </a:lnTo>
                  <a:lnTo>
                    <a:pt x="38784" y="28170"/>
                  </a:lnTo>
                  <a:lnTo>
                    <a:pt x="77492" y="5828"/>
                  </a:lnTo>
                  <a:lnTo>
                    <a:pt x="106795" y="0"/>
                  </a:lnTo>
                  <a:lnTo>
                    <a:pt x="5198630" y="0"/>
                  </a:lnTo>
                  <a:lnTo>
                    <a:pt x="5241797" y="11572"/>
                  </a:lnTo>
                  <a:lnTo>
                    <a:pt x="5277252" y="38783"/>
                  </a:lnTo>
                  <a:lnTo>
                    <a:pt x="5299595" y="77492"/>
                  </a:lnTo>
                  <a:lnTo>
                    <a:pt x="5305424" y="106794"/>
                  </a:lnTo>
                  <a:lnTo>
                    <a:pt x="5305424" y="1464829"/>
                  </a:lnTo>
                  <a:lnTo>
                    <a:pt x="5293851" y="1507999"/>
                  </a:lnTo>
                  <a:lnTo>
                    <a:pt x="5266638" y="1543453"/>
                  </a:lnTo>
                  <a:lnTo>
                    <a:pt x="5227931" y="1565796"/>
                  </a:lnTo>
                  <a:lnTo>
                    <a:pt x="5206062" y="1570892"/>
                  </a:lnTo>
                  <a:lnTo>
                    <a:pt x="5198630" y="1571624"/>
                  </a:lnTo>
                  <a:close/>
                </a:path>
              </a:pathLst>
            </a:custGeom>
            <a:solidFill>
              <a:srgbClr val="F1F7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6457949" y="4181474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1" y="568407"/>
                  </a:lnTo>
                  <a:lnTo>
                    <a:pt x="202800" y="559195"/>
                  </a:lnTo>
                  <a:lnTo>
                    <a:pt x="163575" y="544064"/>
                  </a:lnTo>
                  <a:lnTo>
                    <a:pt x="126995" y="523341"/>
                  </a:lnTo>
                  <a:lnTo>
                    <a:pt x="93851" y="497477"/>
                  </a:lnTo>
                  <a:lnTo>
                    <a:pt x="64862" y="467027"/>
                  </a:lnTo>
                  <a:lnTo>
                    <a:pt x="40654" y="432654"/>
                  </a:lnTo>
                  <a:lnTo>
                    <a:pt x="21751" y="395101"/>
                  </a:lnTo>
                  <a:lnTo>
                    <a:pt x="8563" y="355181"/>
                  </a:lnTo>
                  <a:lnTo>
                    <a:pt x="1376" y="313758"/>
                  </a:lnTo>
                  <a:lnTo>
                    <a:pt x="0" y="285749"/>
                  </a:lnTo>
                  <a:lnTo>
                    <a:pt x="344" y="271728"/>
                  </a:lnTo>
                  <a:lnTo>
                    <a:pt x="5490" y="230002"/>
                  </a:lnTo>
                  <a:lnTo>
                    <a:pt x="16703" y="189483"/>
                  </a:lnTo>
                  <a:lnTo>
                    <a:pt x="33740" y="151047"/>
                  </a:lnTo>
                  <a:lnTo>
                    <a:pt x="56233" y="115528"/>
                  </a:lnTo>
                  <a:lnTo>
                    <a:pt x="83694" y="83693"/>
                  </a:lnTo>
                  <a:lnTo>
                    <a:pt x="115528" y="56233"/>
                  </a:lnTo>
                  <a:lnTo>
                    <a:pt x="151048" y="33740"/>
                  </a:lnTo>
                  <a:lnTo>
                    <a:pt x="189483" y="16703"/>
                  </a:lnTo>
                  <a:lnTo>
                    <a:pt x="230002" y="5490"/>
                  </a:lnTo>
                  <a:lnTo>
                    <a:pt x="271728" y="344"/>
                  </a:lnTo>
                  <a:lnTo>
                    <a:pt x="285749" y="0"/>
                  </a:lnTo>
                  <a:lnTo>
                    <a:pt x="299771" y="344"/>
                  </a:lnTo>
                  <a:lnTo>
                    <a:pt x="341495" y="5490"/>
                  </a:lnTo>
                  <a:lnTo>
                    <a:pt x="382015" y="16703"/>
                  </a:lnTo>
                  <a:lnTo>
                    <a:pt x="420451" y="33741"/>
                  </a:lnTo>
                  <a:lnTo>
                    <a:pt x="455970" y="56232"/>
                  </a:lnTo>
                  <a:lnTo>
                    <a:pt x="487805" y="83693"/>
                  </a:lnTo>
                  <a:lnTo>
                    <a:pt x="515266" y="115528"/>
                  </a:lnTo>
                  <a:lnTo>
                    <a:pt x="537758" y="151048"/>
                  </a:lnTo>
                  <a:lnTo>
                    <a:pt x="554796" y="189483"/>
                  </a:lnTo>
                  <a:lnTo>
                    <a:pt x="566008" y="230002"/>
                  </a:lnTo>
                  <a:lnTo>
                    <a:pt x="571155" y="271728"/>
                  </a:lnTo>
                  <a:lnTo>
                    <a:pt x="571499" y="285749"/>
                  </a:lnTo>
                  <a:lnTo>
                    <a:pt x="571155" y="299771"/>
                  </a:lnTo>
                  <a:lnTo>
                    <a:pt x="566008" y="341496"/>
                  </a:lnTo>
                  <a:lnTo>
                    <a:pt x="554795" y="382016"/>
                  </a:lnTo>
                  <a:lnTo>
                    <a:pt x="537758" y="420451"/>
                  </a:lnTo>
                  <a:lnTo>
                    <a:pt x="515266" y="455971"/>
                  </a:lnTo>
                  <a:lnTo>
                    <a:pt x="487805" y="487805"/>
                  </a:lnTo>
                  <a:lnTo>
                    <a:pt x="455970" y="515266"/>
                  </a:lnTo>
                  <a:lnTo>
                    <a:pt x="420451" y="537758"/>
                  </a:lnTo>
                  <a:lnTo>
                    <a:pt x="382015" y="554796"/>
                  </a:lnTo>
                  <a:lnTo>
                    <a:pt x="341495" y="566008"/>
                  </a:lnTo>
                  <a:lnTo>
                    <a:pt x="299771" y="571155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24637" y="4324349"/>
              <a:ext cx="228600" cy="285750"/>
            </a:xfrm>
            <a:prstGeom prst="rect">
              <a:avLst/>
            </a:prstGeom>
          </p:spPr>
        </p:pic>
        <p:sp>
          <p:nvSpPr>
            <p:cNvPr id="57" name="object 57" descr=""/>
            <p:cNvSpPr/>
            <p:nvPr/>
          </p:nvSpPr>
          <p:spPr>
            <a:xfrm>
              <a:off x="7219949" y="4591049"/>
              <a:ext cx="2066925" cy="304800"/>
            </a:xfrm>
            <a:custGeom>
              <a:avLst/>
              <a:gdLst/>
              <a:ahLst/>
              <a:cxnLst/>
              <a:rect l="l" t="t" r="r" b="b"/>
              <a:pathLst>
                <a:path w="2066925" h="304800">
                  <a:moveTo>
                    <a:pt x="1914524" y="304799"/>
                  </a:moveTo>
                  <a:lnTo>
                    <a:pt x="152399" y="304799"/>
                  </a:lnTo>
                  <a:lnTo>
                    <a:pt x="144912" y="304616"/>
                  </a:lnTo>
                  <a:lnTo>
                    <a:pt x="101065" y="295894"/>
                  </a:lnTo>
                  <a:lnTo>
                    <a:pt x="61606" y="274803"/>
                  </a:lnTo>
                  <a:lnTo>
                    <a:pt x="29995" y="243191"/>
                  </a:lnTo>
                  <a:lnTo>
                    <a:pt x="8903" y="203733"/>
                  </a:lnTo>
                  <a:lnTo>
                    <a:pt x="182" y="159886"/>
                  </a:lnTo>
                  <a:lnTo>
                    <a:pt x="0" y="152399"/>
                  </a:lnTo>
                  <a:lnTo>
                    <a:pt x="182" y="144912"/>
                  </a:lnTo>
                  <a:lnTo>
                    <a:pt x="8903" y="101065"/>
                  </a:lnTo>
                  <a:lnTo>
                    <a:pt x="29995" y="61606"/>
                  </a:lnTo>
                  <a:lnTo>
                    <a:pt x="61606" y="29995"/>
                  </a:lnTo>
                  <a:lnTo>
                    <a:pt x="101065" y="8904"/>
                  </a:lnTo>
                  <a:lnTo>
                    <a:pt x="144912" y="183"/>
                  </a:lnTo>
                  <a:lnTo>
                    <a:pt x="152399" y="0"/>
                  </a:lnTo>
                  <a:lnTo>
                    <a:pt x="1914524" y="0"/>
                  </a:lnTo>
                  <a:lnTo>
                    <a:pt x="1958763" y="6560"/>
                  </a:lnTo>
                  <a:lnTo>
                    <a:pt x="1999192" y="25683"/>
                  </a:lnTo>
                  <a:lnTo>
                    <a:pt x="2032332" y="55716"/>
                  </a:lnTo>
                  <a:lnTo>
                    <a:pt x="2055323" y="94078"/>
                  </a:lnTo>
                  <a:lnTo>
                    <a:pt x="2066192" y="137461"/>
                  </a:lnTo>
                  <a:lnTo>
                    <a:pt x="2066924" y="152399"/>
                  </a:lnTo>
                  <a:lnTo>
                    <a:pt x="2066741" y="159886"/>
                  </a:lnTo>
                  <a:lnTo>
                    <a:pt x="2058019" y="203733"/>
                  </a:lnTo>
                  <a:lnTo>
                    <a:pt x="2036928" y="243191"/>
                  </a:lnTo>
                  <a:lnTo>
                    <a:pt x="2005316" y="274803"/>
                  </a:lnTo>
                  <a:lnTo>
                    <a:pt x="1965857" y="295894"/>
                  </a:lnTo>
                  <a:lnTo>
                    <a:pt x="1922011" y="304616"/>
                  </a:lnTo>
                  <a:lnTo>
                    <a:pt x="1914524" y="304799"/>
                  </a:lnTo>
                  <a:close/>
                </a:path>
              </a:pathLst>
            </a:custGeom>
            <a:solidFill>
              <a:srgbClr val="2E7D32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42187" y="4679949"/>
              <a:ext cx="127000" cy="127000"/>
            </a:xfrm>
            <a:prstGeom prst="rect">
              <a:avLst/>
            </a:prstGeom>
          </p:spPr>
        </p:pic>
        <p:sp>
          <p:nvSpPr>
            <p:cNvPr id="59" name="object 59" descr=""/>
            <p:cNvSpPr/>
            <p:nvPr/>
          </p:nvSpPr>
          <p:spPr>
            <a:xfrm>
              <a:off x="9363074" y="4591049"/>
              <a:ext cx="1590675" cy="304800"/>
            </a:xfrm>
            <a:custGeom>
              <a:avLst/>
              <a:gdLst/>
              <a:ahLst/>
              <a:cxnLst/>
              <a:rect l="l" t="t" r="r" b="b"/>
              <a:pathLst>
                <a:path w="1590675" h="304800">
                  <a:moveTo>
                    <a:pt x="1438274" y="304799"/>
                  </a:moveTo>
                  <a:lnTo>
                    <a:pt x="152399" y="304799"/>
                  </a:lnTo>
                  <a:lnTo>
                    <a:pt x="144912" y="304616"/>
                  </a:lnTo>
                  <a:lnTo>
                    <a:pt x="101064" y="295894"/>
                  </a:lnTo>
                  <a:lnTo>
                    <a:pt x="61606" y="274803"/>
                  </a:lnTo>
                  <a:lnTo>
                    <a:pt x="29995" y="243191"/>
                  </a:lnTo>
                  <a:lnTo>
                    <a:pt x="8903" y="203733"/>
                  </a:lnTo>
                  <a:lnTo>
                    <a:pt x="182" y="159886"/>
                  </a:lnTo>
                  <a:lnTo>
                    <a:pt x="0" y="152399"/>
                  </a:lnTo>
                  <a:lnTo>
                    <a:pt x="182" y="144912"/>
                  </a:lnTo>
                  <a:lnTo>
                    <a:pt x="8903" y="101065"/>
                  </a:lnTo>
                  <a:lnTo>
                    <a:pt x="29995" y="61606"/>
                  </a:lnTo>
                  <a:lnTo>
                    <a:pt x="61606" y="29995"/>
                  </a:lnTo>
                  <a:lnTo>
                    <a:pt x="101064" y="8904"/>
                  </a:lnTo>
                  <a:lnTo>
                    <a:pt x="144912" y="183"/>
                  </a:lnTo>
                  <a:lnTo>
                    <a:pt x="152399" y="0"/>
                  </a:lnTo>
                  <a:lnTo>
                    <a:pt x="1438274" y="0"/>
                  </a:lnTo>
                  <a:lnTo>
                    <a:pt x="1482513" y="6560"/>
                  </a:lnTo>
                  <a:lnTo>
                    <a:pt x="1522942" y="25683"/>
                  </a:lnTo>
                  <a:lnTo>
                    <a:pt x="1556083" y="55716"/>
                  </a:lnTo>
                  <a:lnTo>
                    <a:pt x="1579073" y="94078"/>
                  </a:lnTo>
                  <a:lnTo>
                    <a:pt x="1589942" y="137461"/>
                  </a:lnTo>
                  <a:lnTo>
                    <a:pt x="1590674" y="152399"/>
                  </a:lnTo>
                  <a:lnTo>
                    <a:pt x="1590491" y="159886"/>
                  </a:lnTo>
                  <a:lnTo>
                    <a:pt x="1581769" y="203733"/>
                  </a:lnTo>
                  <a:lnTo>
                    <a:pt x="1560679" y="243191"/>
                  </a:lnTo>
                  <a:lnTo>
                    <a:pt x="1529065" y="274803"/>
                  </a:lnTo>
                  <a:lnTo>
                    <a:pt x="1489606" y="295894"/>
                  </a:lnTo>
                  <a:lnTo>
                    <a:pt x="1445762" y="304616"/>
                  </a:lnTo>
                  <a:lnTo>
                    <a:pt x="1438274" y="304799"/>
                  </a:lnTo>
                  <a:close/>
                </a:path>
              </a:pathLst>
            </a:custGeom>
            <a:solidFill>
              <a:srgbClr val="2E7D32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0" name="object 6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91414" y="4679949"/>
              <a:ext cx="127000" cy="127000"/>
            </a:xfrm>
            <a:prstGeom prst="rect">
              <a:avLst/>
            </a:prstGeom>
          </p:spPr>
        </p:pic>
      </p:grpSp>
      <p:sp>
        <p:nvSpPr>
          <p:cNvPr id="61" name="object 61" descr=""/>
          <p:cNvSpPr txBox="1"/>
          <p:nvPr/>
        </p:nvSpPr>
        <p:spPr>
          <a:xfrm>
            <a:off x="7202487" y="4168775"/>
            <a:ext cx="3653790" cy="6750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45" b="1">
                <a:solidFill>
                  <a:srgbClr val="2E7D32"/>
                </a:solidFill>
                <a:latin typeface="Tahoma"/>
                <a:cs typeface="Tahoma"/>
              </a:rPr>
              <a:t>Authentication:</a:t>
            </a:r>
            <a:r>
              <a:rPr dirty="0" sz="1800" spc="-80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800" spc="-45" b="1">
                <a:solidFill>
                  <a:srgbClr val="2E7D32"/>
                </a:solidFill>
                <a:latin typeface="Tahoma"/>
                <a:cs typeface="Tahoma"/>
              </a:rPr>
              <a:t>Passport.js</a:t>
            </a:r>
            <a:endParaRPr sz="1800">
              <a:latin typeface="Tahoma"/>
              <a:cs typeface="Tahoma"/>
            </a:endParaRPr>
          </a:p>
          <a:p>
            <a:pPr marL="326390">
              <a:lnSpc>
                <a:spcPct val="100000"/>
              </a:lnSpc>
              <a:spcBef>
                <a:spcPts val="1515"/>
              </a:spcBef>
              <a:tabLst>
                <a:tab pos="2475865" algn="l"/>
              </a:tabLst>
            </a:pPr>
            <a:r>
              <a:rPr dirty="0" sz="1200" spc="-20">
                <a:solidFill>
                  <a:srgbClr val="2E7D32"/>
                </a:solidFill>
                <a:latin typeface="Tahoma"/>
                <a:cs typeface="Tahoma"/>
              </a:rPr>
              <a:t>Modular</a:t>
            </a:r>
            <a:r>
              <a:rPr dirty="0" sz="1200" spc="-105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2E7D32"/>
                </a:solidFill>
                <a:latin typeface="Tahoma"/>
                <a:cs typeface="Tahoma"/>
              </a:rPr>
              <a:t>auth</a:t>
            </a:r>
            <a:r>
              <a:rPr dirty="0" sz="1200" spc="-100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E7D32"/>
                </a:solidFill>
                <a:latin typeface="Tahoma"/>
                <a:cs typeface="Tahoma"/>
              </a:rPr>
              <a:t>middleware</a:t>
            </a:r>
            <a:r>
              <a:rPr dirty="0" sz="1200">
                <a:solidFill>
                  <a:srgbClr val="2E7D32"/>
                </a:solidFill>
                <a:latin typeface="Tahoma"/>
                <a:cs typeface="Tahoma"/>
              </a:rPr>
              <a:t>	</a:t>
            </a:r>
            <a:r>
              <a:rPr dirty="0" sz="1200" spc="-10">
                <a:solidFill>
                  <a:srgbClr val="2E7D32"/>
                </a:solidFill>
                <a:latin typeface="Tahoma"/>
                <a:cs typeface="Tahoma"/>
              </a:rPr>
              <a:t>Multiple</a:t>
            </a:r>
            <a:r>
              <a:rPr dirty="0" sz="1200" spc="-100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200" spc="-30">
                <a:solidFill>
                  <a:srgbClr val="2E7D32"/>
                </a:solidFill>
                <a:latin typeface="Tahoma"/>
                <a:cs typeface="Tahoma"/>
              </a:rPr>
              <a:t>strategies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62" name="object 62" descr=""/>
          <p:cNvGrpSpPr/>
          <p:nvPr/>
        </p:nvGrpSpPr>
        <p:grpSpPr>
          <a:xfrm>
            <a:off x="7219949" y="4972049"/>
            <a:ext cx="1447800" cy="304800"/>
            <a:chOff x="7219949" y="4972049"/>
            <a:chExt cx="1447800" cy="304800"/>
          </a:xfrm>
        </p:grpSpPr>
        <p:sp>
          <p:nvSpPr>
            <p:cNvPr id="63" name="object 63" descr=""/>
            <p:cNvSpPr/>
            <p:nvPr/>
          </p:nvSpPr>
          <p:spPr>
            <a:xfrm>
              <a:off x="7219949" y="4972049"/>
              <a:ext cx="1447800" cy="304800"/>
            </a:xfrm>
            <a:custGeom>
              <a:avLst/>
              <a:gdLst/>
              <a:ahLst/>
              <a:cxnLst/>
              <a:rect l="l" t="t" r="r" b="b"/>
              <a:pathLst>
                <a:path w="1447800" h="304800">
                  <a:moveTo>
                    <a:pt x="1295399" y="304799"/>
                  </a:moveTo>
                  <a:lnTo>
                    <a:pt x="152399" y="304799"/>
                  </a:lnTo>
                  <a:lnTo>
                    <a:pt x="144912" y="304616"/>
                  </a:lnTo>
                  <a:lnTo>
                    <a:pt x="101065" y="295894"/>
                  </a:lnTo>
                  <a:lnTo>
                    <a:pt x="61606" y="274804"/>
                  </a:lnTo>
                  <a:lnTo>
                    <a:pt x="29995" y="243191"/>
                  </a:lnTo>
                  <a:lnTo>
                    <a:pt x="8903" y="203732"/>
                  </a:lnTo>
                  <a:lnTo>
                    <a:pt x="182" y="159887"/>
                  </a:lnTo>
                  <a:lnTo>
                    <a:pt x="0" y="152399"/>
                  </a:lnTo>
                  <a:lnTo>
                    <a:pt x="182" y="144912"/>
                  </a:lnTo>
                  <a:lnTo>
                    <a:pt x="8903" y="101065"/>
                  </a:lnTo>
                  <a:lnTo>
                    <a:pt x="29995" y="61607"/>
                  </a:lnTo>
                  <a:lnTo>
                    <a:pt x="61606" y="29995"/>
                  </a:lnTo>
                  <a:lnTo>
                    <a:pt x="101065" y="8904"/>
                  </a:lnTo>
                  <a:lnTo>
                    <a:pt x="144912" y="183"/>
                  </a:lnTo>
                  <a:lnTo>
                    <a:pt x="152399" y="0"/>
                  </a:lnTo>
                  <a:lnTo>
                    <a:pt x="1295399" y="0"/>
                  </a:lnTo>
                  <a:lnTo>
                    <a:pt x="1339639" y="6560"/>
                  </a:lnTo>
                  <a:lnTo>
                    <a:pt x="1380068" y="25683"/>
                  </a:lnTo>
                  <a:lnTo>
                    <a:pt x="1413207" y="55717"/>
                  </a:lnTo>
                  <a:lnTo>
                    <a:pt x="1436198" y="94078"/>
                  </a:lnTo>
                  <a:lnTo>
                    <a:pt x="1447067" y="137461"/>
                  </a:lnTo>
                  <a:lnTo>
                    <a:pt x="1447799" y="152399"/>
                  </a:lnTo>
                  <a:lnTo>
                    <a:pt x="1447616" y="159887"/>
                  </a:lnTo>
                  <a:lnTo>
                    <a:pt x="1438894" y="203732"/>
                  </a:lnTo>
                  <a:lnTo>
                    <a:pt x="1417803" y="243191"/>
                  </a:lnTo>
                  <a:lnTo>
                    <a:pt x="1386191" y="274804"/>
                  </a:lnTo>
                  <a:lnTo>
                    <a:pt x="1346732" y="295894"/>
                  </a:lnTo>
                  <a:lnTo>
                    <a:pt x="1302887" y="304616"/>
                  </a:lnTo>
                  <a:lnTo>
                    <a:pt x="1295399" y="304799"/>
                  </a:lnTo>
                  <a:close/>
                </a:path>
              </a:pathLst>
            </a:custGeom>
            <a:solidFill>
              <a:srgbClr val="2E7D32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42186" y="5060949"/>
              <a:ext cx="127000" cy="127000"/>
            </a:xfrm>
            <a:prstGeom prst="rect">
              <a:avLst/>
            </a:prstGeom>
          </p:spPr>
        </p:pic>
      </p:grpSp>
      <p:sp>
        <p:nvSpPr>
          <p:cNvPr id="65" name="object 65" descr=""/>
          <p:cNvSpPr txBox="1"/>
          <p:nvPr/>
        </p:nvSpPr>
        <p:spPr>
          <a:xfrm>
            <a:off x="7516812" y="5016500"/>
            <a:ext cx="1048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45">
                <a:solidFill>
                  <a:srgbClr val="2E7D32"/>
                </a:solidFill>
                <a:latin typeface="Tahoma"/>
                <a:cs typeface="Tahoma"/>
              </a:rPr>
              <a:t>Easy</a:t>
            </a:r>
            <a:r>
              <a:rPr dirty="0" sz="1200" spc="-110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E7D32"/>
                </a:solidFill>
                <a:latin typeface="Tahoma"/>
                <a:cs typeface="Tahoma"/>
              </a:rPr>
              <a:t>integration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66" name="object 66" descr=""/>
          <p:cNvGrpSpPr/>
          <p:nvPr/>
        </p:nvGrpSpPr>
        <p:grpSpPr>
          <a:xfrm>
            <a:off x="563879" y="5736336"/>
            <a:ext cx="11064240" cy="1579245"/>
            <a:chOff x="563879" y="5736336"/>
            <a:chExt cx="11064240" cy="1579245"/>
          </a:xfrm>
        </p:grpSpPr>
        <p:sp>
          <p:nvSpPr>
            <p:cNvPr id="67" name="object 67" descr=""/>
            <p:cNvSpPr/>
            <p:nvPr/>
          </p:nvSpPr>
          <p:spPr>
            <a:xfrm>
              <a:off x="563879" y="5736336"/>
              <a:ext cx="11064240" cy="1579245"/>
            </a:xfrm>
            <a:custGeom>
              <a:avLst/>
              <a:gdLst/>
              <a:ahLst/>
              <a:cxnLst/>
              <a:rect l="l" t="t" r="r" b="b"/>
              <a:pathLst>
                <a:path w="11064240" h="1579245">
                  <a:moveTo>
                    <a:pt x="11064239" y="1578863"/>
                  </a:moveTo>
                  <a:lnTo>
                    <a:pt x="0" y="1578863"/>
                  </a:lnTo>
                  <a:lnTo>
                    <a:pt x="0" y="0"/>
                  </a:lnTo>
                  <a:lnTo>
                    <a:pt x="11064239" y="0"/>
                  </a:lnTo>
                  <a:lnTo>
                    <a:pt x="11064239" y="73913"/>
                  </a:lnTo>
                  <a:lnTo>
                    <a:pt x="217169" y="73913"/>
                  </a:lnTo>
                  <a:lnTo>
                    <a:pt x="206848" y="74412"/>
                  </a:lnTo>
                  <a:lnTo>
                    <a:pt x="167729" y="86299"/>
                  </a:lnTo>
                  <a:lnTo>
                    <a:pt x="136136" y="112252"/>
                  </a:lnTo>
                  <a:lnTo>
                    <a:pt x="116881" y="148319"/>
                  </a:lnTo>
                  <a:lnTo>
                    <a:pt x="112394" y="178688"/>
                  </a:lnTo>
                  <a:lnTo>
                    <a:pt x="112394" y="1321688"/>
                  </a:lnTo>
                  <a:lnTo>
                    <a:pt x="120370" y="1361783"/>
                  </a:lnTo>
                  <a:lnTo>
                    <a:pt x="143082" y="1395775"/>
                  </a:lnTo>
                  <a:lnTo>
                    <a:pt x="177074" y="1418487"/>
                  </a:lnTo>
                  <a:lnTo>
                    <a:pt x="217169" y="1426463"/>
                  </a:lnTo>
                  <a:lnTo>
                    <a:pt x="11064239" y="1426463"/>
                  </a:lnTo>
                  <a:lnTo>
                    <a:pt x="11064239" y="1578863"/>
                  </a:lnTo>
                  <a:close/>
                </a:path>
                <a:path w="11064240" h="1579245">
                  <a:moveTo>
                    <a:pt x="11064239" y="1426463"/>
                  </a:moveTo>
                  <a:lnTo>
                    <a:pt x="10847069" y="1426463"/>
                  </a:lnTo>
                  <a:lnTo>
                    <a:pt x="10857390" y="1425965"/>
                  </a:lnTo>
                  <a:lnTo>
                    <a:pt x="10867513" y="1424469"/>
                  </a:lnTo>
                  <a:lnTo>
                    <a:pt x="10905289" y="1408821"/>
                  </a:lnTo>
                  <a:lnTo>
                    <a:pt x="10934202" y="1379908"/>
                  </a:lnTo>
                  <a:lnTo>
                    <a:pt x="10949849" y="1342132"/>
                  </a:lnTo>
                  <a:lnTo>
                    <a:pt x="10951844" y="1321688"/>
                  </a:lnTo>
                  <a:lnTo>
                    <a:pt x="10951844" y="178688"/>
                  </a:lnTo>
                  <a:lnTo>
                    <a:pt x="10943867" y="138593"/>
                  </a:lnTo>
                  <a:lnTo>
                    <a:pt x="10921156" y="104601"/>
                  </a:lnTo>
                  <a:lnTo>
                    <a:pt x="10887164" y="81889"/>
                  </a:lnTo>
                  <a:lnTo>
                    <a:pt x="10847069" y="73913"/>
                  </a:lnTo>
                  <a:lnTo>
                    <a:pt x="11064239" y="73913"/>
                  </a:lnTo>
                  <a:lnTo>
                    <a:pt x="11064239" y="1426463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666749" y="5800725"/>
              <a:ext cx="10858500" cy="1371600"/>
            </a:xfrm>
            <a:custGeom>
              <a:avLst/>
              <a:gdLst/>
              <a:ahLst/>
              <a:cxnLst/>
              <a:rect l="l" t="t" r="r" b="b"/>
              <a:pathLst>
                <a:path w="10858500" h="1371600">
                  <a:moveTo>
                    <a:pt x="10751704" y="1371598"/>
                  </a:moveTo>
                  <a:lnTo>
                    <a:pt x="106794" y="1371598"/>
                  </a:lnTo>
                  <a:lnTo>
                    <a:pt x="99361" y="1370866"/>
                  </a:lnTo>
                  <a:lnTo>
                    <a:pt x="57038" y="1356504"/>
                  </a:lnTo>
                  <a:lnTo>
                    <a:pt x="23432" y="1327039"/>
                  </a:lnTo>
                  <a:lnTo>
                    <a:pt x="3660" y="1286957"/>
                  </a:lnTo>
                  <a:lnTo>
                    <a:pt x="0" y="1264804"/>
                  </a:lnTo>
                  <a:lnTo>
                    <a:pt x="0" y="1257299"/>
                  </a:lnTo>
                  <a:lnTo>
                    <a:pt x="0" y="106794"/>
                  </a:lnTo>
                  <a:lnTo>
                    <a:pt x="11572" y="63624"/>
                  </a:lnTo>
                  <a:lnTo>
                    <a:pt x="38784" y="28169"/>
                  </a:lnTo>
                  <a:lnTo>
                    <a:pt x="77492" y="5827"/>
                  </a:lnTo>
                  <a:lnTo>
                    <a:pt x="106794" y="0"/>
                  </a:lnTo>
                  <a:lnTo>
                    <a:pt x="10751704" y="0"/>
                  </a:lnTo>
                  <a:lnTo>
                    <a:pt x="10794871" y="11572"/>
                  </a:lnTo>
                  <a:lnTo>
                    <a:pt x="10830326" y="38783"/>
                  </a:lnTo>
                  <a:lnTo>
                    <a:pt x="10852669" y="77491"/>
                  </a:lnTo>
                  <a:lnTo>
                    <a:pt x="10858497" y="106794"/>
                  </a:lnTo>
                  <a:lnTo>
                    <a:pt x="10858497" y="1264804"/>
                  </a:lnTo>
                  <a:lnTo>
                    <a:pt x="10846925" y="1307972"/>
                  </a:lnTo>
                  <a:lnTo>
                    <a:pt x="10819712" y="1343428"/>
                  </a:lnTo>
                  <a:lnTo>
                    <a:pt x="10781005" y="1365770"/>
                  </a:lnTo>
                  <a:lnTo>
                    <a:pt x="10759136" y="1370866"/>
                  </a:lnTo>
                  <a:lnTo>
                    <a:pt x="10751704" y="1371598"/>
                  </a:lnTo>
                  <a:close/>
                </a:path>
              </a:pathLst>
            </a:custGeom>
            <a:solidFill>
              <a:srgbClr val="F1F7E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71156" y="6089649"/>
              <a:ext cx="127000" cy="203200"/>
            </a:xfrm>
            <a:prstGeom prst="rect">
              <a:avLst/>
            </a:prstGeom>
          </p:spPr>
        </p:pic>
        <p:sp>
          <p:nvSpPr>
            <p:cNvPr id="70" name="object 70" descr=""/>
            <p:cNvSpPr/>
            <p:nvPr/>
          </p:nvSpPr>
          <p:spPr>
            <a:xfrm>
              <a:off x="971549" y="6524624"/>
              <a:ext cx="2124075" cy="409575"/>
            </a:xfrm>
            <a:custGeom>
              <a:avLst/>
              <a:gdLst/>
              <a:ahLst/>
              <a:cxnLst/>
              <a:rect l="l" t="t" r="r" b="b"/>
              <a:pathLst>
                <a:path w="2124075" h="409575">
                  <a:moveTo>
                    <a:pt x="1933574" y="409574"/>
                  </a:moveTo>
                  <a:lnTo>
                    <a:pt x="190499" y="409574"/>
                  </a:lnTo>
                  <a:lnTo>
                    <a:pt x="181141" y="409345"/>
                  </a:lnTo>
                  <a:lnTo>
                    <a:pt x="135200" y="401373"/>
                  </a:lnTo>
                  <a:lnTo>
                    <a:pt x="92572" y="382477"/>
                  </a:lnTo>
                  <a:lnTo>
                    <a:pt x="55796" y="353778"/>
                  </a:lnTo>
                  <a:lnTo>
                    <a:pt x="27095" y="317001"/>
                  </a:lnTo>
                  <a:lnTo>
                    <a:pt x="8200" y="274373"/>
                  </a:lnTo>
                  <a:lnTo>
                    <a:pt x="228" y="228433"/>
                  </a:lnTo>
                  <a:lnTo>
                    <a:pt x="0" y="219074"/>
                  </a:lnTo>
                  <a:lnTo>
                    <a:pt x="0" y="190499"/>
                  </a:lnTo>
                  <a:lnTo>
                    <a:pt x="5710" y="144200"/>
                  </a:lnTo>
                  <a:lnTo>
                    <a:pt x="22491" y="100697"/>
                  </a:lnTo>
                  <a:lnTo>
                    <a:pt x="49340" y="62575"/>
                  </a:lnTo>
                  <a:lnTo>
                    <a:pt x="84663" y="32103"/>
                  </a:lnTo>
                  <a:lnTo>
                    <a:pt x="126332" y="11130"/>
                  </a:lnTo>
                  <a:lnTo>
                    <a:pt x="171827" y="915"/>
                  </a:lnTo>
                  <a:lnTo>
                    <a:pt x="190499" y="0"/>
                  </a:lnTo>
                  <a:lnTo>
                    <a:pt x="1933574" y="0"/>
                  </a:lnTo>
                  <a:lnTo>
                    <a:pt x="1979873" y="5710"/>
                  </a:lnTo>
                  <a:lnTo>
                    <a:pt x="2023376" y="22491"/>
                  </a:lnTo>
                  <a:lnTo>
                    <a:pt x="2061499" y="49339"/>
                  </a:lnTo>
                  <a:lnTo>
                    <a:pt x="2091969" y="84663"/>
                  </a:lnTo>
                  <a:lnTo>
                    <a:pt x="2112943" y="126331"/>
                  </a:lnTo>
                  <a:lnTo>
                    <a:pt x="2123159" y="171827"/>
                  </a:lnTo>
                  <a:lnTo>
                    <a:pt x="2124074" y="190499"/>
                  </a:lnTo>
                  <a:lnTo>
                    <a:pt x="2124074" y="219074"/>
                  </a:lnTo>
                  <a:lnTo>
                    <a:pt x="2118363" y="265372"/>
                  </a:lnTo>
                  <a:lnTo>
                    <a:pt x="2101582" y="308875"/>
                  </a:lnTo>
                  <a:lnTo>
                    <a:pt x="2074734" y="346998"/>
                  </a:lnTo>
                  <a:lnTo>
                    <a:pt x="2039410" y="377468"/>
                  </a:lnTo>
                  <a:lnTo>
                    <a:pt x="1997741" y="398442"/>
                  </a:lnTo>
                  <a:lnTo>
                    <a:pt x="1952247" y="408659"/>
                  </a:lnTo>
                  <a:lnTo>
                    <a:pt x="1933574" y="409574"/>
                  </a:lnTo>
                  <a:close/>
                </a:path>
              </a:pathLst>
            </a:custGeom>
            <a:solidFill>
              <a:srgbClr val="E7F5E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1" name="object 7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74501" y="6654799"/>
              <a:ext cx="158750" cy="158750"/>
            </a:xfrm>
            <a:prstGeom prst="rect">
              <a:avLst/>
            </a:prstGeom>
          </p:spPr>
        </p:pic>
      </p:grpSp>
      <p:sp>
        <p:nvSpPr>
          <p:cNvPr id="72" name="object 72" descr=""/>
          <p:cNvSpPr txBox="1"/>
          <p:nvPr/>
        </p:nvSpPr>
        <p:spPr>
          <a:xfrm>
            <a:off x="1412626" y="6607175"/>
            <a:ext cx="150177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25">
                <a:solidFill>
                  <a:srgbClr val="2E7D32"/>
                </a:solidFill>
                <a:latin typeface="Tahoma"/>
                <a:cs typeface="Tahoma"/>
              </a:rPr>
              <a:t>Full-</a:t>
            </a:r>
            <a:r>
              <a:rPr dirty="0" sz="1350" spc="-35">
                <a:solidFill>
                  <a:srgbClr val="2E7D32"/>
                </a:solidFill>
                <a:latin typeface="Tahoma"/>
                <a:cs typeface="Tahoma"/>
              </a:rPr>
              <a:t>stack</a:t>
            </a:r>
            <a:r>
              <a:rPr dirty="0" sz="1350" spc="-90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E7D32"/>
                </a:solidFill>
                <a:latin typeface="Tahoma"/>
                <a:cs typeface="Tahoma"/>
              </a:rPr>
              <a:t>JavaScript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73" name="object 73" descr=""/>
          <p:cNvGrpSpPr/>
          <p:nvPr/>
        </p:nvGrpSpPr>
        <p:grpSpPr>
          <a:xfrm>
            <a:off x="3238499" y="6524624"/>
            <a:ext cx="1466850" cy="409575"/>
            <a:chOff x="3238499" y="6524624"/>
            <a:chExt cx="1466850" cy="409575"/>
          </a:xfrm>
        </p:grpSpPr>
        <p:sp>
          <p:nvSpPr>
            <p:cNvPr id="74" name="object 74" descr=""/>
            <p:cNvSpPr/>
            <p:nvPr/>
          </p:nvSpPr>
          <p:spPr>
            <a:xfrm>
              <a:off x="3238499" y="6524624"/>
              <a:ext cx="1466850" cy="409575"/>
            </a:xfrm>
            <a:custGeom>
              <a:avLst/>
              <a:gdLst/>
              <a:ahLst/>
              <a:cxnLst/>
              <a:rect l="l" t="t" r="r" b="b"/>
              <a:pathLst>
                <a:path w="1466850" h="409575">
                  <a:moveTo>
                    <a:pt x="1276349" y="409574"/>
                  </a:moveTo>
                  <a:lnTo>
                    <a:pt x="190499" y="409574"/>
                  </a:lnTo>
                  <a:lnTo>
                    <a:pt x="181141" y="409345"/>
                  </a:lnTo>
                  <a:lnTo>
                    <a:pt x="135199" y="401373"/>
                  </a:lnTo>
                  <a:lnTo>
                    <a:pt x="92572" y="382477"/>
                  </a:lnTo>
                  <a:lnTo>
                    <a:pt x="55796" y="353778"/>
                  </a:lnTo>
                  <a:lnTo>
                    <a:pt x="27095" y="317001"/>
                  </a:lnTo>
                  <a:lnTo>
                    <a:pt x="8200" y="274373"/>
                  </a:lnTo>
                  <a:lnTo>
                    <a:pt x="228" y="228433"/>
                  </a:lnTo>
                  <a:lnTo>
                    <a:pt x="0" y="219074"/>
                  </a:lnTo>
                  <a:lnTo>
                    <a:pt x="0" y="190499"/>
                  </a:lnTo>
                  <a:lnTo>
                    <a:pt x="5710" y="144200"/>
                  </a:lnTo>
                  <a:lnTo>
                    <a:pt x="22491" y="100697"/>
                  </a:lnTo>
                  <a:lnTo>
                    <a:pt x="49340" y="62575"/>
                  </a:lnTo>
                  <a:lnTo>
                    <a:pt x="84663" y="32103"/>
                  </a:lnTo>
                  <a:lnTo>
                    <a:pt x="126332" y="11130"/>
                  </a:lnTo>
                  <a:lnTo>
                    <a:pt x="171827" y="915"/>
                  </a:lnTo>
                  <a:lnTo>
                    <a:pt x="190499" y="0"/>
                  </a:lnTo>
                  <a:lnTo>
                    <a:pt x="1276349" y="0"/>
                  </a:lnTo>
                  <a:lnTo>
                    <a:pt x="1322648" y="5710"/>
                  </a:lnTo>
                  <a:lnTo>
                    <a:pt x="1366151" y="22491"/>
                  </a:lnTo>
                  <a:lnTo>
                    <a:pt x="1404273" y="49339"/>
                  </a:lnTo>
                  <a:lnTo>
                    <a:pt x="1434744" y="84663"/>
                  </a:lnTo>
                  <a:lnTo>
                    <a:pt x="1455718" y="126331"/>
                  </a:lnTo>
                  <a:lnTo>
                    <a:pt x="1465934" y="171827"/>
                  </a:lnTo>
                  <a:lnTo>
                    <a:pt x="1466849" y="190499"/>
                  </a:lnTo>
                  <a:lnTo>
                    <a:pt x="1466849" y="219074"/>
                  </a:lnTo>
                  <a:lnTo>
                    <a:pt x="1461139" y="265372"/>
                  </a:lnTo>
                  <a:lnTo>
                    <a:pt x="1444357" y="308875"/>
                  </a:lnTo>
                  <a:lnTo>
                    <a:pt x="1417509" y="346998"/>
                  </a:lnTo>
                  <a:lnTo>
                    <a:pt x="1382185" y="377468"/>
                  </a:lnTo>
                  <a:lnTo>
                    <a:pt x="1340516" y="398442"/>
                  </a:lnTo>
                  <a:lnTo>
                    <a:pt x="1295022" y="408659"/>
                  </a:lnTo>
                  <a:lnTo>
                    <a:pt x="1276349" y="409574"/>
                  </a:lnTo>
                  <a:close/>
                </a:path>
              </a:pathLst>
            </a:custGeom>
            <a:solidFill>
              <a:srgbClr val="E7F5E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5" name="object 7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41005" y="6654799"/>
              <a:ext cx="158750" cy="158750"/>
            </a:xfrm>
            <a:prstGeom prst="rect">
              <a:avLst/>
            </a:prstGeom>
          </p:spPr>
        </p:pic>
      </p:grpSp>
      <p:sp>
        <p:nvSpPr>
          <p:cNvPr id="76" name="object 76" descr=""/>
          <p:cNvSpPr txBox="1"/>
          <p:nvPr/>
        </p:nvSpPr>
        <p:spPr>
          <a:xfrm>
            <a:off x="3679130" y="6607175"/>
            <a:ext cx="84709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50">
                <a:solidFill>
                  <a:srgbClr val="2E7D32"/>
                </a:solidFill>
                <a:latin typeface="Tahoma"/>
                <a:cs typeface="Tahoma"/>
              </a:rPr>
              <a:t>RESTful</a:t>
            </a:r>
            <a:r>
              <a:rPr dirty="0" sz="1350" spc="-114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2E7D32"/>
                </a:solidFill>
                <a:latin typeface="Tahoma"/>
                <a:cs typeface="Tahoma"/>
              </a:rPr>
              <a:t>API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77" name="object 77" descr=""/>
          <p:cNvGrpSpPr/>
          <p:nvPr/>
        </p:nvGrpSpPr>
        <p:grpSpPr>
          <a:xfrm>
            <a:off x="4848224" y="6524624"/>
            <a:ext cx="4257675" cy="409575"/>
            <a:chOff x="4848224" y="6524624"/>
            <a:chExt cx="4257675" cy="409575"/>
          </a:xfrm>
        </p:grpSpPr>
        <p:sp>
          <p:nvSpPr>
            <p:cNvPr id="78" name="object 78" descr=""/>
            <p:cNvSpPr/>
            <p:nvPr/>
          </p:nvSpPr>
          <p:spPr>
            <a:xfrm>
              <a:off x="4848224" y="6524624"/>
              <a:ext cx="1971675" cy="409575"/>
            </a:xfrm>
            <a:custGeom>
              <a:avLst/>
              <a:gdLst/>
              <a:ahLst/>
              <a:cxnLst/>
              <a:rect l="l" t="t" r="r" b="b"/>
              <a:pathLst>
                <a:path w="1971675" h="409575">
                  <a:moveTo>
                    <a:pt x="1781174" y="409574"/>
                  </a:moveTo>
                  <a:lnTo>
                    <a:pt x="190499" y="409574"/>
                  </a:lnTo>
                  <a:lnTo>
                    <a:pt x="181141" y="409345"/>
                  </a:lnTo>
                  <a:lnTo>
                    <a:pt x="135199" y="401373"/>
                  </a:lnTo>
                  <a:lnTo>
                    <a:pt x="92572" y="382477"/>
                  </a:lnTo>
                  <a:lnTo>
                    <a:pt x="55796" y="353778"/>
                  </a:lnTo>
                  <a:lnTo>
                    <a:pt x="27095" y="317001"/>
                  </a:lnTo>
                  <a:lnTo>
                    <a:pt x="8200" y="274373"/>
                  </a:lnTo>
                  <a:lnTo>
                    <a:pt x="228" y="228433"/>
                  </a:lnTo>
                  <a:lnTo>
                    <a:pt x="0" y="219074"/>
                  </a:lnTo>
                  <a:lnTo>
                    <a:pt x="0" y="190499"/>
                  </a:lnTo>
                  <a:lnTo>
                    <a:pt x="5710" y="144200"/>
                  </a:lnTo>
                  <a:lnTo>
                    <a:pt x="22491" y="100697"/>
                  </a:lnTo>
                  <a:lnTo>
                    <a:pt x="49340" y="62575"/>
                  </a:lnTo>
                  <a:lnTo>
                    <a:pt x="84662" y="32103"/>
                  </a:lnTo>
                  <a:lnTo>
                    <a:pt x="126331" y="11130"/>
                  </a:lnTo>
                  <a:lnTo>
                    <a:pt x="171827" y="915"/>
                  </a:lnTo>
                  <a:lnTo>
                    <a:pt x="190499" y="0"/>
                  </a:lnTo>
                  <a:lnTo>
                    <a:pt x="1781174" y="0"/>
                  </a:lnTo>
                  <a:lnTo>
                    <a:pt x="1827473" y="5710"/>
                  </a:lnTo>
                  <a:lnTo>
                    <a:pt x="1870976" y="22491"/>
                  </a:lnTo>
                  <a:lnTo>
                    <a:pt x="1909098" y="49339"/>
                  </a:lnTo>
                  <a:lnTo>
                    <a:pt x="1939569" y="84663"/>
                  </a:lnTo>
                  <a:lnTo>
                    <a:pt x="1960543" y="126331"/>
                  </a:lnTo>
                  <a:lnTo>
                    <a:pt x="1970759" y="171827"/>
                  </a:lnTo>
                  <a:lnTo>
                    <a:pt x="1971674" y="190499"/>
                  </a:lnTo>
                  <a:lnTo>
                    <a:pt x="1971674" y="219074"/>
                  </a:lnTo>
                  <a:lnTo>
                    <a:pt x="1965963" y="265372"/>
                  </a:lnTo>
                  <a:lnTo>
                    <a:pt x="1949182" y="308875"/>
                  </a:lnTo>
                  <a:lnTo>
                    <a:pt x="1922333" y="346998"/>
                  </a:lnTo>
                  <a:lnTo>
                    <a:pt x="1887009" y="377468"/>
                  </a:lnTo>
                  <a:lnTo>
                    <a:pt x="1845341" y="398442"/>
                  </a:lnTo>
                  <a:lnTo>
                    <a:pt x="1799846" y="408659"/>
                  </a:lnTo>
                  <a:lnTo>
                    <a:pt x="1781174" y="409574"/>
                  </a:lnTo>
                  <a:close/>
                </a:path>
              </a:pathLst>
            </a:custGeom>
            <a:solidFill>
              <a:srgbClr val="E7F5E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9" name="object 7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53260" y="6654799"/>
              <a:ext cx="158750" cy="158750"/>
            </a:xfrm>
            <a:prstGeom prst="rect">
              <a:avLst/>
            </a:prstGeom>
          </p:spPr>
        </p:pic>
        <p:sp>
          <p:nvSpPr>
            <p:cNvPr id="80" name="object 80" descr=""/>
            <p:cNvSpPr/>
            <p:nvPr/>
          </p:nvSpPr>
          <p:spPr>
            <a:xfrm>
              <a:off x="6962774" y="6524624"/>
              <a:ext cx="2143125" cy="409575"/>
            </a:xfrm>
            <a:custGeom>
              <a:avLst/>
              <a:gdLst/>
              <a:ahLst/>
              <a:cxnLst/>
              <a:rect l="l" t="t" r="r" b="b"/>
              <a:pathLst>
                <a:path w="2143125" h="409575">
                  <a:moveTo>
                    <a:pt x="1952624" y="409574"/>
                  </a:moveTo>
                  <a:lnTo>
                    <a:pt x="190499" y="409574"/>
                  </a:lnTo>
                  <a:lnTo>
                    <a:pt x="181141" y="409345"/>
                  </a:lnTo>
                  <a:lnTo>
                    <a:pt x="135199" y="401373"/>
                  </a:lnTo>
                  <a:lnTo>
                    <a:pt x="92571" y="382477"/>
                  </a:lnTo>
                  <a:lnTo>
                    <a:pt x="55795" y="353778"/>
                  </a:lnTo>
                  <a:lnTo>
                    <a:pt x="27094" y="317001"/>
                  </a:lnTo>
                  <a:lnTo>
                    <a:pt x="8199" y="274373"/>
                  </a:lnTo>
                  <a:lnTo>
                    <a:pt x="228" y="228433"/>
                  </a:lnTo>
                  <a:lnTo>
                    <a:pt x="0" y="219074"/>
                  </a:lnTo>
                  <a:lnTo>
                    <a:pt x="0" y="190499"/>
                  </a:lnTo>
                  <a:lnTo>
                    <a:pt x="5709" y="144200"/>
                  </a:lnTo>
                  <a:lnTo>
                    <a:pt x="22491" y="100697"/>
                  </a:lnTo>
                  <a:lnTo>
                    <a:pt x="49339" y="62575"/>
                  </a:lnTo>
                  <a:lnTo>
                    <a:pt x="84662" y="32103"/>
                  </a:lnTo>
                  <a:lnTo>
                    <a:pt x="126331" y="11130"/>
                  </a:lnTo>
                  <a:lnTo>
                    <a:pt x="171827" y="915"/>
                  </a:lnTo>
                  <a:lnTo>
                    <a:pt x="190499" y="0"/>
                  </a:lnTo>
                  <a:lnTo>
                    <a:pt x="1952624" y="0"/>
                  </a:lnTo>
                  <a:lnTo>
                    <a:pt x="1998923" y="5710"/>
                  </a:lnTo>
                  <a:lnTo>
                    <a:pt x="2042426" y="22491"/>
                  </a:lnTo>
                  <a:lnTo>
                    <a:pt x="2080548" y="49339"/>
                  </a:lnTo>
                  <a:lnTo>
                    <a:pt x="2111018" y="84663"/>
                  </a:lnTo>
                  <a:lnTo>
                    <a:pt x="2131993" y="126331"/>
                  </a:lnTo>
                  <a:lnTo>
                    <a:pt x="2142209" y="171827"/>
                  </a:lnTo>
                  <a:lnTo>
                    <a:pt x="2143124" y="190499"/>
                  </a:lnTo>
                  <a:lnTo>
                    <a:pt x="2143124" y="219074"/>
                  </a:lnTo>
                  <a:lnTo>
                    <a:pt x="2137413" y="265372"/>
                  </a:lnTo>
                  <a:lnTo>
                    <a:pt x="2120631" y="308875"/>
                  </a:lnTo>
                  <a:lnTo>
                    <a:pt x="2093783" y="346998"/>
                  </a:lnTo>
                  <a:lnTo>
                    <a:pt x="2058460" y="377468"/>
                  </a:lnTo>
                  <a:lnTo>
                    <a:pt x="2016791" y="398442"/>
                  </a:lnTo>
                  <a:lnTo>
                    <a:pt x="1971296" y="408659"/>
                  </a:lnTo>
                  <a:lnTo>
                    <a:pt x="1952624" y="409574"/>
                  </a:lnTo>
                  <a:close/>
                </a:path>
              </a:pathLst>
            </a:custGeom>
            <a:solidFill>
              <a:srgbClr val="E7F5E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1" name="object 8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165577" y="6654799"/>
              <a:ext cx="158750" cy="158750"/>
            </a:xfrm>
            <a:prstGeom prst="rect">
              <a:avLst/>
            </a:prstGeom>
          </p:spPr>
        </p:pic>
      </p:grpSp>
      <p:sp>
        <p:nvSpPr>
          <p:cNvPr id="82" name="object 82" descr=""/>
          <p:cNvSpPr txBox="1"/>
          <p:nvPr/>
        </p:nvSpPr>
        <p:spPr>
          <a:xfrm>
            <a:off x="4850556" y="6026150"/>
            <a:ext cx="4077970" cy="812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80" b="1">
                <a:solidFill>
                  <a:srgbClr val="2E7D32"/>
                </a:solidFill>
                <a:latin typeface="Tahoma"/>
                <a:cs typeface="Tahoma"/>
              </a:rPr>
              <a:t>System</a:t>
            </a:r>
            <a:r>
              <a:rPr dirty="0" sz="1800" spc="-100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800" spc="-150" b="1">
                <a:solidFill>
                  <a:srgbClr val="2E7D32"/>
                </a:solidFill>
                <a:latin typeface="Tahoma"/>
                <a:cs typeface="Tahoma"/>
              </a:rPr>
              <a:t>Architecture</a:t>
            </a:r>
            <a:r>
              <a:rPr dirty="0" sz="1800" spc="-100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800" spc="-10" b="1">
                <a:solidFill>
                  <a:srgbClr val="2E7D32"/>
                </a:solidFill>
                <a:latin typeface="Tahoma"/>
                <a:cs typeface="Tahoma"/>
              </a:rPr>
              <a:t>Benefits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800">
              <a:latin typeface="Tahoma"/>
              <a:cs typeface="Tahoma"/>
            </a:endParaRPr>
          </a:p>
          <a:p>
            <a:pPr marL="453390">
              <a:lnSpc>
                <a:spcPct val="100000"/>
              </a:lnSpc>
              <a:tabLst>
                <a:tab pos="2565400" algn="l"/>
              </a:tabLst>
            </a:pPr>
            <a:r>
              <a:rPr dirty="0" sz="1350" spc="-40">
                <a:solidFill>
                  <a:srgbClr val="2E7D32"/>
                </a:solidFill>
                <a:latin typeface="Tahoma"/>
                <a:cs typeface="Tahoma"/>
              </a:rPr>
              <a:t>Responsive</a:t>
            </a:r>
            <a:r>
              <a:rPr dirty="0" sz="1350" spc="-90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E7D32"/>
                </a:solidFill>
                <a:latin typeface="Tahoma"/>
                <a:cs typeface="Tahoma"/>
              </a:rPr>
              <a:t>design</a:t>
            </a:r>
            <a:r>
              <a:rPr dirty="0" sz="1350">
                <a:solidFill>
                  <a:srgbClr val="2E7D32"/>
                </a:solidFill>
                <a:latin typeface="Tahoma"/>
                <a:cs typeface="Tahoma"/>
              </a:rPr>
              <a:t>	</a:t>
            </a:r>
            <a:r>
              <a:rPr dirty="0" sz="1350" spc="-25">
                <a:solidFill>
                  <a:srgbClr val="2E7D32"/>
                </a:solidFill>
                <a:latin typeface="Tahoma"/>
                <a:cs typeface="Tahoma"/>
              </a:rPr>
              <a:t>Modular</a:t>
            </a:r>
            <a:r>
              <a:rPr dirty="0" sz="1350" spc="-105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E7D32"/>
                </a:solidFill>
                <a:latin typeface="Tahoma"/>
                <a:cs typeface="Tahoma"/>
              </a:rPr>
              <a:t>architecture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83" name="object 83" descr=""/>
          <p:cNvGrpSpPr/>
          <p:nvPr/>
        </p:nvGrpSpPr>
        <p:grpSpPr>
          <a:xfrm>
            <a:off x="9248774" y="6524624"/>
            <a:ext cx="1971675" cy="409575"/>
            <a:chOff x="9248774" y="6524624"/>
            <a:chExt cx="1971675" cy="409575"/>
          </a:xfrm>
        </p:grpSpPr>
        <p:sp>
          <p:nvSpPr>
            <p:cNvPr id="84" name="object 84" descr=""/>
            <p:cNvSpPr/>
            <p:nvPr/>
          </p:nvSpPr>
          <p:spPr>
            <a:xfrm>
              <a:off x="9248774" y="6524624"/>
              <a:ext cx="1971675" cy="409575"/>
            </a:xfrm>
            <a:custGeom>
              <a:avLst/>
              <a:gdLst/>
              <a:ahLst/>
              <a:cxnLst/>
              <a:rect l="l" t="t" r="r" b="b"/>
              <a:pathLst>
                <a:path w="1971675" h="409575">
                  <a:moveTo>
                    <a:pt x="1781174" y="409574"/>
                  </a:moveTo>
                  <a:lnTo>
                    <a:pt x="190499" y="409574"/>
                  </a:lnTo>
                  <a:lnTo>
                    <a:pt x="181140" y="409345"/>
                  </a:lnTo>
                  <a:lnTo>
                    <a:pt x="135198" y="401373"/>
                  </a:lnTo>
                  <a:lnTo>
                    <a:pt x="92571" y="382477"/>
                  </a:lnTo>
                  <a:lnTo>
                    <a:pt x="55794" y="353778"/>
                  </a:lnTo>
                  <a:lnTo>
                    <a:pt x="27093" y="317001"/>
                  </a:lnTo>
                  <a:lnTo>
                    <a:pt x="8199" y="274373"/>
                  </a:lnTo>
                  <a:lnTo>
                    <a:pt x="228" y="228433"/>
                  </a:lnTo>
                  <a:lnTo>
                    <a:pt x="0" y="219074"/>
                  </a:lnTo>
                  <a:lnTo>
                    <a:pt x="0" y="190499"/>
                  </a:lnTo>
                  <a:lnTo>
                    <a:pt x="5709" y="144200"/>
                  </a:lnTo>
                  <a:lnTo>
                    <a:pt x="22489" y="100697"/>
                  </a:lnTo>
                  <a:lnTo>
                    <a:pt x="49338" y="62575"/>
                  </a:lnTo>
                  <a:lnTo>
                    <a:pt x="84662" y="32103"/>
                  </a:lnTo>
                  <a:lnTo>
                    <a:pt x="126331" y="11130"/>
                  </a:lnTo>
                  <a:lnTo>
                    <a:pt x="171826" y="915"/>
                  </a:lnTo>
                  <a:lnTo>
                    <a:pt x="190499" y="0"/>
                  </a:lnTo>
                  <a:lnTo>
                    <a:pt x="1781174" y="0"/>
                  </a:lnTo>
                  <a:lnTo>
                    <a:pt x="1827474" y="5710"/>
                  </a:lnTo>
                  <a:lnTo>
                    <a:pt x="1870976" y="22491"/>
                  </a:lnTo>
                  <a:lnTo>
                    <a:pt x="1909098" y="49339"/>
                  </a:lnTo>
                  <a:lnTo>
                    <a:pt x="1939568" y="84663"/>
                  </a:lnTo>
                  <a:lnTo>
                    <a:pt x="1960541" y="126331"/>
                  </a:lnTo>
                  <a:lnTo>
                    <a:pt x="1970759" y="171827"/>
                  </a:lnTo>
                  <a:lnTo>
                    <a:pt x="1971674" y="190499"/>
                  </a:lnTo>
                  <a:lnTo>
                    <a:pt x="1971674" y="219074"/>
                  </a:lnTo>
                  <a:lnTo>
                    <a:pt x="1965961" y="265372"/>
                  </a:lnTo>
                  <a:lnTo>
                    <a:pt x="1949180" y="308875"/>
                  </a:lnTo>
                  <a:lnTo>
                    <a:pt x="1922334" y="346998"/>
                  </a:lnTo>
                  <a:lnTo>
                    <a:pt x="1887010" y="377468"/>
                  </a:lnTo>
                  <a:lnTo>
                    <a:pt x="1845341" y="398442"/>
                  </a:lnTo>
                  <a:lnTo>
                    <a:pt x="1799846" y="408659"/>
                  </a:lnTo>
                  <a:lnTo>
                    <a:pt x="1781174" y="409574"/>
                  </a:lnTo>
                  <a:close/>
                </a:path>
              </a:pathLst>
            </a:custGeom>
            <a:solidFill>
              <a:srgbClr val="E7F5E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5" name="object 8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455000" y="6654799"/>
              <a:ext cx="158750" cy="158750"/>
            </a:xfrm>
            <a:prstGeom prst="rect">
              <a:avLst/>
            </a:prstGeom>
          </p:spPr>
        </p:pic>
      </p:grpSp>
      <p:sp>
        <p:nvSpPr>
          <p:cNvPr id="86" name="object 86" descr=""/>
          <p:cNvSpPr txBox="1"/>
          <p:nvPr/>
        </p:nvSpPr>
        <p:spPr>
          <a:xfrm>
            <a:off x="9693126" y="6607175"/>
            <a:ext cx="135318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20">
                <a:solidFill>
                  <a:srgbClr val="2E7D32"/>
                </a:solidFill>
                <a:latin typeface="Tahoma"/>
                <a:cs typeface="Tahoma"/>
              </a:rPr>
              <a:t>Cloud</a:t>
            </a:r>
            <a:r>
              <a:rPr dirty="0" sz="1350" spc="-110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E7D32"/>
                </a:solidFill>
                <a:latin typeface="Tahoma"/>
                <a:cs typeface="Tahoma"/>
              </a:rPr>
              <a:t>deployment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80"/>
              <a:t>Conclusion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45607" y="1390649"/>
            <a:ext cx="285750" cy="21907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523432" y="1320800"/>
            <a:ext cx="3545204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175" b="1">
                <a:solidFill>
                  <a:srgbClr val="2E7D32"/>
                </a:solidFill>
                <a:latin typeface="Tahoma"/>
                <a:cs typeface="Tahoma"/>
              </a:rPr>
              <a:t>Project</a:t>
            </a:r>
            <a:r>
              <a:rPr dirty="0" sz="2100" spc="-165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2100" spc="-185" b="1">
                <a:solidFill>
                  <a:srgbClr val="2E7D32"/>
                </a:solidFill>
                <a:latin typeface="Tahoma"/>
                <a:cs typeface="Tahoma"/>
              </a:rPr>
              <a:t>Strengths</a:t>
            </a:r>
            <a:r>
              <a:rPr dirty="0" sz="2100" spc="-165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2100" spc="-315" b="1">
                <a:solidFill>
                  <a:srgbClr val="2E7D32"/>
                </a:solidFill>
                <a:latin typeface="Tahoma"/>
                <a:cs typeface="Tahoma"/>
              </a:rPr>
              <a:t>&amp;</a:t>
            </a:r>
            <a:r>
              <a:rPr dirty="0" sz="2100" spc="-165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2100" spc="-155" b="1">
                <a:solidFill>
                  <a:srgbClr val="2E7D32"/>
                </a:solidFill>
                <a:latin typeface="Tahoma"/>
                <a:cs typeface="Tahoma"/>
              </a:rPr>
              <a:t>Challenges</a:t>
            </a:r>
            <a:endParaRPr sz="2100">
              <a:latin typeface="Tahoma"/>
              <a:cs typeface="Tahoma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563879" y="1850135"/>
            <a:ext cx="5443855" cy="4767580"/>
            <a:chOff x="563879" y="1850135"/>
            <a:chExt cx="5443855" cy="4767580"/>
          </a:xfrm>
        </p:grpSpPr>
        <p:sp>
          <p:nvSpPr>
            <p:cNvPr id="6" name="object 6" descr=""/>
            <p:cNvSpPr/>
            <p:nvPr/>
          </p:nvSpPr>
          <p:spPr>
            <a:xfrm>
              <a:off x="563879" y="1850135"/>
              <a:ext cx="5443855" cy="4767580"/>
            </a:xfrm>
            <a:custGeom>
              <a:avLst/>
              <a:gdLst/>
              <a:ahLst/>
              <a:cxnLst/>
              <a:rect l="l" t="t" r="r" b="b"/>
              <a:pathLst>
                <a:path w="5443855" h="4767580">
                  <a:moveTo>
                    <a:pt x="5443727" y="4767071"/>
                  </a:moveTo>
                  <a:lnTo>
                    <a:pt x="0" y="4767071"/>
                  </a:lnTo>
                  <a:lnTo>
                    <a:pt x="0" y="0"/>
                  </a:lnTo>
                  <a:lnTo>
                    <a:pt x="5443727" y="0"/>
                  </a:lnTo>
                  <a:lnTo>
                    <a:pt x="5443727" y="73913"/>
                  </a:lnTo>
                  <a:lnTo>
                    <a:pt x="217169" y="73913"/>
                  </a:lnTo>
                  <a:lnTo>
                    <a:pt x="206848" y="74412"/>
                  </a:lnTo>
                  <a:lnTo>
                    <a:pt x="167729" y="86299"/>
                  </a:lnTo>
                  <a:lnTo>
                    <a:pt x="136136" y="112252"/>
                  </a:lnTo>
                  <a:lnTo>
                    <a:pt x="116881" y="148319"/>
                  </a:lnTo>
                  <a:lnTo>
                    <a:pt x="112394" y="178688"/>
                  </a:lnTo>
                  <a:lnTo>
                    <a:pt x="112394" y="4512563"/>
                  </a:lnTo>
                  <a:lnTo>
                    <a:pt x="120370" y="4552658"/>
                  </a:lnTo>
                  <a:lnTo>
                    <a:pt x="143082" y="4586650"/>
                  </a:lnTo>
                  <a:lnTo>
                    <a:pt x="177074" y="4609362"/>
                  </a:lnTo>
                  <a:lnTo>
                    <a:pt x="217169" y="4617338"/>
                  </a:lnTo>
                  <a:lnTo>
                    <a:pt x="5443727" y="4617338"/>
                  </a:lnTo>
                  <a:lnTo>
                    <a:pt x="5443727" y="4767071"/>
                  </a:lnTo>
                  <a:close/>
                </a:path>
                <a:path w="5443855" h="4767580">
                  <a:moveTo>
                    <a:pt x="5443727" y="4617338"/>
                  </a:moveTo>
                  <a:lnTo>
                    <a:pt x="5227319" y="4617338"/>
                  </a:lnTo>
                  <a:lnTo>
                    <a:pt x="5237640" y="4616839"/>
                  </a:lnTo>
                  <a:lnTo>
                    <a:pt x="5247763" y="4615344"/>
                  </a:lnTo>
                  <a:lnTo>
                    <a:pt x="5285540" y="4599696"/>
                  </a:lnTo>
                  <a:lnTo>
                    <a:pt x="5314452" y="4570783"/>
                  </a:lnTo>
                  <a:lnTo>
                    <a:pt x="5330100" y="4533007"/>
                  </a:lnTo>
                  <a:lnTo>
                    <a:pt x="5332094" y="4512563"/>
                  </a:lnTo>
                  <a:lnTo>
                    <a:pt x="5332094" y="178688"/>
                  </a:lnTo>
                  <a:lnTo>
                    <a:pt x="5324118" y="138593"/>
                  </a:lnTo>
                  <a:lnTo>
                    <a:pt x="5301406" y="104601"/>
                  </a:lnTo>
                  <a:lnTo>
                    <a:pt x="5267414" y="81889"/>
                  </a:lnTo>
                  <a:lnTo>
                    <a:pt x="5227319" y="73913"/>
                  </a:lnTo>
                  <a:lnTo>
                    <a:pt x="5443727" y="73913"/>
                  </a:lnTo>
                  <a:lnTo>
                    <a:pt x="5443727" y="4617338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66749" y="1914524"/>
              <a:ext cx="5238750" cy="4562475"/>
            </a:xfrm>
            <a:custGeom>
              <a:avLst/>
              <a:gdLst/>
              <a:ahLst/>
              <a:cxnLst/>
              <a:rect l="l" t="t" r="r" b="b"/>
              <a:pathLst>
                <a:path w="5238750" h="4562475">
                  <a:moveTo>
                    <a:pt x="5131954" y="4562474"/>
                  </a:moveTo>
                  <a:lnTo>
                    <a:pt x="106794" y="4562474"/>
                  </a:lnTo>
                  <a:lnTo>
                    <a:pt x="99361" y="4561742"/>
                  </a:lnTo>
                  <a:lnTo>
                    <a:pt x="57038" y="4547380"/>
                  </a:lnTo>
                  <a:lnTo>
                    <a:pt x="23432" y="4517916"/>
                  </a:lnTo>
                  <a:lnTo>
                    <a:pt x="3660" y="4477833"/>
                  </a:lnTo>
                  <a:lnTo>
                    <a:pt x="0" y="4455679"/>
                  </a:lnTo>
                  <a:lnTo>
                    <a:pt x="0" y="4448174"/>
                  </a:lnTo>
                  <a:lnTo>
                    <a:pt x="0" y="106794"/>
                  </a:lnTo>
                  <a:lnTo>
                    <a:pt x="11572" y="63625"/>
                  </a:lnTo>
                  <a:lnTo>
                    <a:pt x="38784" y="28170"/>
                  </a:lnTo>
                  <a:lnTo>
                    <a:pt x="77492" y="5828"/>
                  </a:lnTo>
                  <a:lnTo>
                    <a:pt x="106794" y="0"/>
                  </a:lnTo>
                  <a:lnTo>
                    <a:pt x="5131954" y="0"/>
                  </a:lnTo>
                  <a:lnTo>
                    <a:pt x="5175123" y="11572"/>
                  </a:lnTo>
                  <a:lnTo>
                    <a:pt x="5210578" y="38784"/>
                  </a:lnTo>
                  <a:lnTo>
                    <a:pt x="5232920" y="77492"/>
                  </a:lnTo>
                  <a:lnTo>
                    <a:pt x="5238749" y="106794"/>
                  </a:lnTo>
                  <a:lnTo>
                    <a:pt x="5238749" y="4455679"/>
                  </a:lnTo>
                  <a:lnTo>
                    <a:pt x="5227176" y="4498848"/>
                  </a:lnTo>
                  <a:lnTo>
                    <a:pt x="5199964" y="4534303"/>
                  </a:lnTo>
                  <a:lnTo>
                    <a:pt x="5161256" y="4556645"/>
                  </a:lnTo>
                  <a:lnTo>
                    <a:pt x="5139387" y="4561742"/>
                  </a:lnTo>
                  <a:lnTo>
                    <a:pt x="5131954" y="4562474"/>
                  </a:lnTo>
                  <a:close/>
                </a:path>
              </a:pathLst>
            </a:custGeom>
            <a:solidFill>
              <a:srgbClr val="F1F7E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399" y="2181224"/>
              <a:ext cx="247650" cy="225425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1273174" y="2139950"/>
            <a:ext cx="9810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50" b="1">
                <a:solidFill>
                  <a:srgbClr val="2E7D32"/>
                </a:solidFill>
                <a:latin typeface="Tahoma"/>
                <a:cs typeface="Tahoma"/>
              </a:rPr>
              <a:t>Strengths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904874" y="2638424"/>
            <a:ext cx="4762500" cy="552450"/>
            <a:chOff x="904874" y="2638424"/>
            <a:chExt cx="4762500" cy="552450"/>
          </a:xfrm>
        </p:grpSpPr>
        <p:sp>
          <p:nvSpPr>
            <p:cNvPr id="11" name="object 11" descr=""/>
            <p:cNvSpPr/>
            <p:nvPr/>
          </p:nvSpPr>
          <p:spPr>
            <a:xfrm>
              <a:off x="904874" y="2638424"/>
              <a:ext cx="4762500" cy="552450"/>
            </a:xfrm>
            <a:custGeom>
              <a:avLst/>
              <a:gdLst/>
              <a:ahLst/>
              <a:cxnLst/>
              <a:rect l="l" t="t" r="r" b="b"/>
              <a:pathLst>
                <a:path w="4762500" h="552450">
                  <a:moveTo>
                    <a:pt x="4691302" y="552449"/>
                  </a:moveTo>
                  <a:lnTo>
                    <a:pt x="71196" y="552449"/>
                  </a:lnTo>
                  <a:lnTo>
                    <a:pt x="66241" y="551961"/>
                  </a:lnTo>
                  <a:lnTo>
                    <a:pt x="29705" y="536827"/>
                  </a:lnTo>
                  <a:lnTo>
                    <a:pt x="3885" y="500787"/>
                  </a:lnTo>
                  <a:lnTo>
                    <a:pt x="0" y="481253"/>
                  </a:lnTo>
                  <a:lnTo>
                    <a:pt x="0" y="47624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4691302" y="0"/>
                  </a:lnTo>
                  <a:lnTo>
                    <a:pt x="4732793" y="15621"/>
                  </a:lnTo>
                  <a:lnTo>
                    <a:pt x="4758613" y="51661"/>
                  </a:lnTo>
                  <a:lnTo>
                    <a:pt x="4762499" y="71196"/>
                  </a:lnTo>
                  <a:lnTo>
                    <a:pt x="4762499" y="481253"/>
                  </a:lnTo>
                  <a:lnTo>
                    <a:pt x="4746877" y="522743"/>
                  </a:lnTo>
                  <a:lnTo>
                    <a:pt x="4710837" y="548563"/>
                  </a:lnTo>
                  <a:lnTo>
                    <a:pt x="4696257" y="551961"/>
                  </a:lnTo>
                  <a:lnTo>
                    <a:pt x="4691302" y="552449"/>
                  </a:lnTo>
                  <a:close/>
                </a:path>
              </a:pathLst>
            </a:custGeom>
            <a:solidFill>
              <a:srgbClr val="FFFFFF">
                <a:alpha val="7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6799" y="2819399"/>
              <a:ext cx="190500" cy="190500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/>
          <p:nvPr/>
        </p:nvSpPr>
        <p:spPr>
          <a:xfrm>
            <a:off x="1406524" y="2778125"/>
            <a:ext cx="401447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45" b="1">
                <a:solidFill>
                  <a:srgbClr val="2E7D32"/>
                </a:solidFill>
                <a:latin typeface="Tahoma"/>
                <a:cs typeface="Tahoma"/>
              </a:rPr>
              <a:t>End-</a:t>
            </a:r>
            <a:r>
              <a:rPr dirty="0" sz="1500" spc="-135" b="1">
                <a:solidFill>
                  <a:srgbClr val="2E7D32"/>
                </a:solidFill>
                <a:latin typeface="Tahoma"/>
                <a:cs typeface="Tahoma"/>
              </a:rPr>
              <a:t>to-</a:t>
            </a:r>
            <a:r>
              <a:rPr dirty="0" sz="1500" spc="-130" b="1">
                <a:solidFill>
                  <a:srgbClr val="2E7D32"/>
                </a:solidFill>
                <a:latin typeface="Tahoma"/>
                <a:cs typeface="Tahoma"/>
              </a:rPr>
              <a:t>end</a:t>
            </a:r>
            <a:r>
              <a:rPr dirty="0" sz="1500" spc="-105" b="1">
                <a:solidFill>
                  <a:srgbClr val="2E7D32"/>
                </a:solidFill>
                <a:latin typeface="Tahoma"/>
                <a:cs typeface="Tahoma"/>
              </a:rPr>
              <a:t> solution </a:t>
            </a:r>
            <a:r>
              <a:rPr dirty="0" sz="1500" spc="-95">
                <a:latin typeface="Tahoma"/>
                <a:cs typeface="Tahoma"/>
              </a:rPr>
              <a:t>-</a:t>
            </a:r>
            <a:r>
              <a:rPr dirty="0" sz="1500" spc="-130">
                <a:latin typeface="Tahoma"/>
                <a:cs typeface="Tahoma"/>
              </a:rPr>
              <a:t> </a:t>
            </a:r>
            <a:r>
              <a:rPr dirty="0" sz="1500" spc="-25">
                <a:latin typeface="Tahoma"/>
                <a:cs typeface="Tahoma"/>
              </a:rPr>
              <a:t>Complete</a:t>
            </a:r>
            <a:r>
              <a:rPr dirty="0" sz="1500" spc="-130">
                <a:latin typeface="Tahoma"/>
                <a:cs typeface="Tahoma"/>
              </a:rPr>
              <a:t> </a:t>
            </a:r>
            <a:r>
              <a:rPr dirty="0" sz="1500" spc="-10">
                <a:latin typeface="Tahoma"/>
                <a:cs typeface="Tahoma"/>
              </a:rPr>
              <a:t>donation</a:t>
            </a:r>
            <a:r>
              <a:rPr dirty="0" sz="1500" spc="-135">
                <a:latin typeface="Tahoma"/>
                <a:cs typeface="Tahoma"/>
              </a:rPr>
              <a:t> </a:t>
            </a:r>
            <a:r>
              <a:rPr dirty="0" sz="1500" spc="-10">
                <a:latin typeface="Tahoma"/>
                <a:cs typeface="Tahoma"/>
              </a:rPr>
              <a:t>lifecycle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904874" y="3333750"/>
            <a:ext cx="4762500" cy="552450"/>
            <a:chOff x="904874" y="3333750"/>
            <a:chExt cx="4762500" cy="552450"/>
          </a:xfrm>
        </p:grpSpPr>
        <p:sp>
          <p:nvSpPr>
            <p:cNvPr id="15" name="object 15" descr=""/>
            <p:cNvSpPr/>
            <p:nvPr/>
          </p:nvSpPr>
          <p:spPr>
            <a:xfrm>
              <a:off x="904874" y="3333750"/>
              <a:ext cx="4762500" cy="552450"/>
            </a:xfrm>
            <a:custGeom>
              <a:avLst/>
              <a:gdLst/>
              <a:ahLst/>
              <a:cxnLst/>
              <a:rect l="l" t="t" r="r" b="b"/>
              <a:pathLst>
                <a:path w="4762500" h="552450">
                  <a:moveTo>
                    <a:pt x="4691302" y="552449"/>
                  </a:moveTo>
                  <a:lnTo>
                    <a:pt x="71196" y="552449"/>
                  </a:lnTo>
                  <a:lnTo>
                    <a:pt x="66241" y="551961"/>
                  </a:lnTo>
                  <a:lnTo>
                    <a:pt x="29705" y="536827"/>
                  </a:lnTo>
                  <a:lnTo>
                    <a:pt x="3885" y="500787"/>
                  </a:lnTo>
                  <a:lnTo>
                    <a:pt x="0" y="481252"/>
                  </a:lnTo>
                  <a:lnTo>
                    <a:pt x="0" y="47624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4691302" y="0"/>
                  </a:lnTo>
                  <a:lnTo>
                    <a:pt x="4732793" y="15621"/>
                  </a:lnTo>
                  <a:lnTo>
                    <a:pt x="4758613" y="51661"/>
                  </a:lnTo>
                  <a:lnTo>
                    <a:pt x="4762499" y="71196"/>
                  </a:lnTo>
                  <a:lnTo>
                    <a:pt x="4762499" y="481252"/>
                  </a:lnTo>
                  <a:lnTo>
                    <a:pt x="4746877" y="522744"/>
                  </a:lnTo>
                  <a:lnTo>
                    <a:pt x="4710837" y="548563"/>
                  </a:lnTo>
                  <a:lnTo>
                    <a:pt x="4696257" y="551961"/>
                  </a:lnTo>
                  <a:lnTo>
                    <a:pt x="4691302" y="552449"/>
                  </a:lnTo>
                  <a:close/>
                </a:path>
              </a:pathLst>
            </a:custGeom>
            <a:solidFill>
              <a:srgbClr val="FFFFFF">
                <a:alpha val="7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6799" y="3514724"/>
              <a:ext cx="190500" cy="190500"/>
            </a:xfrm>
            <a:prstGeom prst="rect">
              <a:avLst/>
            </a:prstGeom>
          </p:spPr>
        </p:pic>
      </p:grpSp>
      <p:sp>
        <p:nvSpPr>
          <p:cNvPr id="17" name="object 17" descr=""/>
          <p:cNvSpPr txBox="1"/>
          <p:nvPr/>
        </p:nvSpPr>
        <p:spPr>
          <a:xfrm>
            <a:off x="1406524" y="3473450"/>
            <a:ext cx="4081779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30" b="1">
                <a:solidFill>
                  <a:srgbClr val="2E7D32"/>
                </a:solidFill>
                <a:latin typeface="Tahoma"/>
                <a:cs typeface="Tahoma"/>
              </a:rPr>
              <a:t>Multi-</a:t>
            </a:r>
            <a:r>
              <a:rPr dirty="0" sz="1500" spc="-105" b="1">
                <a:solidFill>
                  <a:srgbClr val="2E7D32"/>
                </a:solidFill>
                <a:latin typeface="Tahoma"/>
                <a:cs typeface="Tahoma"/>
              </a:rPr>
              <a:t>role</a:t>
            </a:r>
            <a:r>
              <a:rPr dirty="0" sz="1500" spc="-90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500" spc="-110" b="1">
                <a:solidFill>
                  <a:srgbClr val="2E7D32"/>
                </a:solidFill>
                <a:latin typeface="Tahoma"/>
                <a:cs typeface="Tahoma"/>
              </a:rPr>
              <a:t>coordination</a:t>
            </a:r>
            <a:r>
              <a:rPr dirty="0" sz="1500" spc="-85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500" spc="-95">
                <a:latin typeface="Tahoma"/>
                <a:cs typeface="Tahoma"/>
              </a:rPr>
              <a:t>-</a:t>
            </a:r>
            <a:r>
              <a:rPr dirty="0" sz="1500" spc="-110">
                <a:latin typeface="Tahoma"/>
                <a:cs typeface="Tahoma"/>
              </a:rPr>
              <a:t> </a:t>
            </a:r>
            <a:r>
              <a:rPr dirty="0" sz="1500" spc="-35">
                <a:latin typeface="Tahoma"/>
                <a:cs typeface="Tahoma"/>
              </a:rPr>
              <a:t>Connects</a:t>
            </a:r>
            <a:r>
              <a:rPr dirty="0" sz="1500" spc="-114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all</a:t>
            </a:r>
            <a:r>
              <a:rPr dirty="0" sz="1500" spc="-114">
                <a:latin typeface="Tahoma"/>
                <a:cs typeface="Tahoma"/>
              </a:rPr>
              <a:t> </a:t>
            </a:r>
            <a:r>
              <a:rPr dirty="0" sz="1500" spc="-20">
                <a:latin typeface="Tahoma"/>
                <a:cs typeface="Tahoma"/>
              </a:rPr>
              <a:t>stakeholders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904874" y="4029074"/>
            <a:ext cx="4762500" cy="819150"/>
            <a:chOff x="904874" y="4029074"/>
            <a:chExt cx="4762500" cy="819150"/>
          </a:xfrm>
        </p:grpSpPr>
        <p:sp>
          <p:nvSpPr>
            <p:cNvPr id="19" name="object 19" descr=""/>
            <p:cNvSpPr/>
            <p:nvPr/>
          </p:nvSpPr>
          <p:spPr>
            <a:xfrm>
              <a:off x="904874" y="4029074"/>
              <a:ext cx="4762500" cy="819150"/>
            </a:xfrm>
            <a:custGeom>
              <a:avLst/>
              <a:gdLst/>
              <a:ahLst/>
              <a:cxnLst/>
              <a:rect l="l" t="t" r="r" b="b"/>
              <a:pathLst>
                <a:path w="4762500" h="819150">
                  <a:moveTo>
                    <a:pt x="4691302" y="819149"/>
                  </a:moveTo>
                  <a:lnTo>
                    <a:pt x="71196" y="819149"/>
                  </a:lnTo>
                  <a:lnTo>
                    <a:pt x="66241" y="818661"/>
                  </a:lnTo>
                  <a:lnTo>
                    <a:pt x="29705" y="803527"/>
                  </a:lnTo>
                  <a:lnTo>
                    <a:pt x="3885" y="767487"/>
                  </a:lnTo>
                  <a:lnTo>
                    <a:pt x="0" y="747953"/>
                  </a:lnTo>
                  <a:lnTo>
                    <a:pt x="0" y="74294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4691302" y="0"/>
                  </a:lnTo>
                  <a:lnTo>
                    <a:pt x="4732793" y="15621"/>
                  </a:lnTo>
                  <a:lnTo>
                    <a:pt x="4758613" y="51661"/>
                  </a:lnTo>
                  <a:lnTo>
                    <a:pt x="4762499" y="71196"/>
                  </a:lnTo>
                  <a:lnTo>
                    <a:pt x="4762499" y="747953"/>
                  </a:lnTo>
                  <a:lnTo>
                    <a:pt x="4746877" y="789443"/>
                  </a:lnTo>
                  <a:lnTo>
                    <a:pt x="4710837" y="815263"/>
                  </a:lnTo>
                  <a:lnTo>
                    <a:pt x="4696257" y="818661"/>
                  </a:lnTo>
                  <a:lnTo>
                    <a:pt x="4691302" y="819149"/>
                  </a:lnTo>
                  <a:close/>
                </a:path>
              </a:pathLst>
            </a:custGeom>
            <a:solidFill>
              <a:srgbClr val="FFFFFF">
                <a:alpha val="7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6799" y="4343399"/>
              <a:ext cx="190500" cy="190500"/>
            </a:xfrm>
            <a:prstGeom prst="rect">
              <a:avLst/>
            </a:prstGeom>
          </p:spPr>
        </p:pic>
      </p:grpSp>
      <p:sp>
        <p:nvSpPr>
          <p:cNvPr id="21" name="object 21" descr=""/>
          <p:cNvSpPr txBox="1"/>
          <p:nvPr/>
        </p:nvSpPr>
        <p:spPr>
          <a:xfrm>
            <a:off x="1406524" y="4130674"/>
            <a:ext cx="4057015" cy="558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dirty="0" sz="1500" spc="-135" b="1">
                <a:solidFill>
                  <a:srgbClr val="2E7D32"/>
                </a:solidFill>
                <a:latin typeface="Tahoma"/>
                <a:cs typeface="Tahoma"/>
              </a:rPr>
              <a:t>Transparency</a:t>
            </a:r>
            <a:r>
              <a:rPr dirty="0" sz="1500" spc="-90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500" spc="-229" b="1">
                <a:solidFill>
                  <a:srgbClr val="2E7D32"/>
                </a:solidFill>
                <a:latin typeface="Tahoma"/>
                <a:cs typeface="Tahoma"/>
              </a:rPr>
              <a:t>&amp;</a:t>
            </a:r>
            <a:r>
              <a:rPr dirty="0" sz="1500" spc="-90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500" spc="-114" b="1">
                <a:solidFill>
                  <a:srgbClr val="2E7D32"/>
                </a:solidFill>
                <a:latin typeface="Tahoma"/>
                <a:cs typeface="Tahoma"/>
              </a:rPr>
              <a:t>accountability</a:t>
            </a:r>
            <a:r>
              <a:rPr dirty="0" sz="1500" spc="-85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500" spc="-95">
                <a:latin typeface="Tahoma"/>
                <a:cs typeface="Tahoma"/>
              </a:rPr>
              <a:t>-</a:t>
            </a:r>
            <a:r>
              <a:rPr dirty="0" sz="1500" spc="-114">
                <a:latin typeface="Tahoma"/>
                <a:cs typeface="Tahoma"/>
              </a:rPr>
              <a:t> </a:t>
            </a:r>
            <a:r>
              <a:rPr dirty="0" sz="1500" spc="-45">
                <a:latin typeface="Tahoma"/>
                <a:cs typeface="Tahoma"/>
              </a:rPr>
              <a:t>Ratings</a:t>
            </a:r>
            <a:r>
              <a:rPr dirty="0" sz="1500" spc="-120">
                <a:latin typeface="Tahoma"/>
                <a:cs typeface="Tahoma"/>
              </a:rPr>
              <a:t> </a:t>
            </a:r>
            <a:r>
              <a:rPr dirty="0" sz="1500" spc="-110">
                <a:latin typeface="Tahoma"/>
                <a:cs typeface="Tahoma"/>
              </a:rPr>
              <a:t>&amp;</a:t>
            </a:r>
            <a:r>
              <a:rPr dirty="0" sz="1500" spc="-114">
                <a:latin typeface="Tahoma"/>
                <a:cs typeface="Tahoma"/>
              </a:rPr>
              <a:t> </a:t>
            </a:r>
            <a:r>
              <a:rPr dirty="0" sz="1500" spc="-10">
                <a:latin typeface="Tahoma"/>
                <a:cs typeface="Tahoma"/>
              </a:rPr>
              <a:t>delivery proof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904874" y="4991099"/>
            <a:ext cx="4762500" cy="552450"/>
            <a:chOff x="904874" y="4991099"/>
            <a:chExt cx="4762500" cy="552450"/>
          </a:xfrm>
        </p:grpSpPr>
        <p:sp>
          <p:nvSpPr>
            <p:cNvPr id="23" name="object 23" descr=""/>
            <p:cNvSpPr/>
            <p:nvPr/>
          </p:nvSpPr>
          <p:spPr>
            <a:xfrm>
              <a:off x="904874" y="4991099"/>
              <a:ext cx="4762500" cy="552450"/>
            </a:xfrm>
            <a:custGeom>
              <a:avLst/>
              <a:gdLst/>
              <a:ahLst/>
              <a:cxnLst/>
              <a:rect l="l" t="t" r="r" b="b"/>
              <a:pathLst>
                <a:path w="4762500" h="552450">
                  <a:moveTo>
                    <a:pt x="4691302" y="552449"/>
                  </a:moveTo>
                  <a:lnTo>
                    <a:pt x="71196" y="552449"/>
                  </a:lnTo>
                  <a:lnTo>
                    <a:pt x="66241" y="551961"/>
                  </a:lnTo>
                  <a:lnTo>
                    <a:pt x="29705" y="536827"/>
                  </a:lnTo>
                  <a:lnTo>
                    <a:pt x="3885" y="500786"/>
                  </a:lnTo>
                  <a:lnTo>
                    <a:pt x="0" y="481253"/>
                  </a:lnTo>
                  <a:lnTo>
                    <a:pt x="0" y="47624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4691302" y="0"/>
                  </a:lnTo>
                  <a:lnTo>
                    <a:pt x="4732793" y="15620"/>
                  </a:lnTo>
                  <a:lnTo>
                    <a:pt x="4758613" y="51660"/>
                  </a:lnTo>
                  <a:lnTo>
                    <a:pt x="4762499" y="71196"/>
                  </a:lnTo>
                  <a:lnTo>
                    <a:pt x="4762499" y="481253"/>
                  </a:lnTo>
                  <a:lnTo>
                    <a:pt x="4746877" y="522743"/>
                  </a:lnTo>
                  <a:lnTo>
                    <a:pt x="4710837" y="548563"/>
                  </a:lnTo>
                  <a:lnTo>
                    <a:pt x="4696257" y="551961"/>
                  </a:lnTo>
                  <a:lnTo>
                    <a:pt x="4691302" y="552449"/>
                  </a:lnTo>
                  <a:close/>
                </a:path>
              </a:pathLst>
            </a:custGeom>
            <a:solidFill>
              <a:srgbClr val="FFFFFF">
                <a:alpha val="7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6799" y="5172074"/>
              <a:ext cx="190500" cy="190500"/>
            </a:xfrm>
            <a:prstGeom prst="rect">
              <a:avLst/>
            </a:prstGeom>
          </p:spPr>
        </p:pic>
      </p:grpSp>
      <p:sp>
        <p:nvSpPr>
          <p:cNvPr id="25" name="object 25" descr=""/>
          <p:cNvSpPr txBox="1"/>
          <p:nvPr/>
        </p:nvSpPr>
        <p:spPr>
          <a:xfrm>
            <a:off x="1406524" y="5130800"/>
            <a:ext cx="374459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20" b="1">
                <a:solidFill>
                  <a:srgbClr val="2E7D32"/>
                </a:solidFill>
                <a:latin typeface="Tahoma"/>
                <a:cs typeface="Tahoma"/>
              </a:rPr>
              <a:t>Food</a:t>
            </a:r>
            <a:r>
              <a:rPr dirty="0" sz="1500" spc="-105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500" spc="-130" b="1">
                <a:solidFill>
                  <a:srgbClr val="2E7D32"/>
                </a:solidFill>
                <a:latin typeface="Tahoma"/>
                <a:cs typeface="Tahoma"/>
              </a:rPr>
              <a:t>safety</a:t>
            </a:r>
            <a:r>
              <a:rPr dirty="0" sz="1500" spc="-105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500" spc="-95">
                <a:latin typeface="Tahoma"/>
                <a:cs typeface="Tahoma"/>
              </a:rPr>
              <a:t>-</a:t>
            </a:r>
            <a:r>
              <a:rPr dirty="0" sz="1500" spc="-130">
                <a:latin typeface="Tahoma"/>
                <a:cs typeface="Tahoma"/>
              </a:rPr>
              <a:t> </a:t>
            </a:r>
            <a:r>
              <a:rPr dirty="0" sz="1500" spc="-40">
                <a:latin typeface="Tahoma"/>
                <a:cs typeface="Tahoma"/>
              </a:rPr>
              <a:t>Time</a:t>
            </a:r>
            <a:r>
              <a:rPr dirty="0" sz="1500" spc="-135">
                <a:latin typeface="Tahoma"/>
                <a:cs typeface="Tahoma"/>
              </a:rPr>
              <a:t> </a:t>
            </a:r>
            <a:r>
              <a:rPr dirty="0" sz="1500" spc="-30">
                <a:latin typeface="Tahoma"/>
                <a:cs typeface="Tahoma"/>
              </a:rPr>
              <a:t>windows</a:t>
            </a:r>
            <a:r>
              <a:rPr dirty="0" sz="1500" spc="-130">
                <a:latin typeface="Tahoma"/>
                <a:cs typeface="Tahoma"/>
              </a:rPr>
              <a:t> </a:t>
            </a:r>
            <a:r>
              <a:rPr dirty="0" sz="1500" spc="-110">
                <a:latin typeface="Tahoma"/>
                <a:cs typeface="Tahoma"/>
              </a:rPr>
              <a:t>&amp;</a:t>
            </a:r>
            <a:r>
              <a:rPr dirty="0" sz="1500" spc="-130">
                <a:latin typeface="Tahoma"/>
                <a:cs typeface="Tahoma"/>
              </a:rPr>
              <a:t> </a:t>
            </a:r>
            <a:r>
              <a:rPr dirty="0" sz="1500" spc="-50">
                <a:latin typeface="Tahoma"/>
                <a:cs typeface="Tahoma"/>
              </a:rPr>
              <a:t>safety</a:t>
            </a:r>
            <a:r>
              <a:rPr dirty="0" sz="1500" spc="-135">
                <a:latin typeface="Tahoma"/>
                <a:cs typeface="Tahoma"/>
              </a:rPr>
              <a:t> </a:t>
            </a:r>
            <a:r>
              <a:rPr dirty="0" sz="1500" spc="-10">
                <a:latin typeface="Tahoma"/>
                <a:cs typeface="Tahoma"/>
              </a:rPr>
              <a:t>checklists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6184391" y="1850135"/>
            <a:ext cx="5443855" cy="4767580"/>
            <a:chOff x="6184391" y="1850135"/>
            <a:chExt cx="5443855" cy="4767580"/>
          </a:xfrm>
        </p:grpSpPr>
        <p:sp>
          <p:nvSpPr>
            <p:cNvPr id="27" name="object 27" descr=""/>
            <p:cNvSpPr/>
            <p:nvPr/>
          </p:nvSpPr>
          <p:spPr>
            <a:xfrm>
              <a:off x="6184391" y="1850135"/>
              <a:ext cx="5443855" cy="4767580"/>
            </a:xfrm>
            <a:custGeom>
              <a:avLst/>
              <a:gdLst/>
              <a:ahLst/>
              <a:cxnLst/>
              <a:rect l="l" t="t" r="r" b="b"/>
              <a:pathLst>
                <a:path w="5443855" h="4767580">
                  <a:moveTo>
                    <a:pt x="5443727" y="4767071"/>
                  </a:moveTo>
                  <a:lnTo>
                    <a:pt x="0" y="4767071"/>
                  </a:lnTo>
                  <a:lnTo>
                    <a:pt x="0" y="0"/>
                  </a:lnTo>
                  <a:lnTo>
                    <a:pt x="5443727" y="0"/>
                  </a:lnTo>
                  <a:lnTo>
                    <a:pt x="5443727" y="73913"/>
                  </a:lnTo>
                  <a:lnTo>
                    <a:pt x="216407" y="73913"/>
                  </a:lnTo>
                  <a:lnTo>
                    <a:pt x="206086" y="74412"/>
                  </a:lnTo>
                  <a:lnTo>
                    <a:pt x="166966" y="86299"/>
                  </a:lnTo>
                  <a:lnTo>
                    <a:pt x="135374" y="112252"/>
                  </a:lnTo>
                  <a:lnTo>
                    <a:pt x="116118" y="148319"/>
                  </a:lnTo>
                  <a:lnTo>
                    <a:pt x="111632" y="178688"/>
                  </a:lnTo>
                  <a:lnTo>
                    <a:pt x="111632" y="4512563"/>
                  </a:lnTo>
                  <a:lnTo>
                    <a:pt x="119608" y="4552658"/>
                  </a:lnTo>
                  <a:lnTo>
                    <a:pt x="142320" y="4586650"/>
                  </a:lnTo>
                  <a:lnTo>
                    <a:pt x="176311" y="4609362"/>
                  </a:lnTo>
                  <a:lnTo>
                    <a:pt x="216407" y="4617338"/>
                  </a:lnTo>
                  <a:lnTo>
                    <a:pt x="5443727" y="4617338"/>
                  </a:lnTo>
                  <a:lnTo>
                    <a:pt x="5443727" y="4767071"/>
                  </a:lnTo>
                  <a:close/>
                </a:path>
                <a:path w="5443855" h="4767580">
                  <a:moveTo>
                    <a:pt x="5443727" y="4617338"/>
                  </a:moveTo>
                  <a:lnTo>
                    <a:pt x="5226557" y="4617338"/>
                  </a:lnTo>
                  <a:lnTo>
                    <a:pt x="5236878" y="4616839"/>
                  </a:lnTo>
                  <a:lnTo>
                    <a:pt x="5247001" y="4615344"/>
                  </a:lnTo>
                  <a:lnTo>
                    <a:pt x="5284777" y="4599696"/>
                  </a:lnTo>
                  <a:lnTo>
                    <a:pt x="5313690" y="4570783"/>
                  </a:lnTo>
                  <a:lnTo>
                    <a:pt x="5329337" y="4533007"/>
                  </a:lnTo>
                  <a:lnTo>
                    <a:pt x="5331332" y="4512563"/>
                  </a:lnTo>
                  <a:lnTo>
                    <a:pt x="5331332" y="178688"/>
                  </a:lnTo>
                  <a:lnTo>
                    <a:pt x="5323355" y="138593"/>
                  </a:lnTo>
                  <a:lnTo>
                    <a:pt x="5300644" y="104601"/>
                  </a:lnTo>
                  <a:lnTo>
                    <a:pt x="5266652" y="81889"/>
                  </a:lnTo>
                  <a:lnTo>
                    <a:pt x="5226557" y="73913"/>
                  </a:lnTo>
                  <a:lnTo>
                    <a:pt x="5443727" y="73913"/>
                  </a:lnTo>
                  <a:lnTo>
                    <a:pt x="5443727" y="4617338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6286498" y="1914524"/>
              <a:ext cx="5238750" cy="4562475"/>
            </a:xfrm>
            <a:custGeom>
              <a:avLst/>
              <a:gdLst/>
              <a:ahLst/>
              <a:cxnLst/>
              <a:rect l="l" t="t" r="r" b="b"/>
              <a:pathLst>
                <a:path w="5238750" h="4562475">
                  <a:moveTo>
                    <a:pt x="5131955" y="4562474"/>
                  </a:moveTo>
                  <a:lnTo>
                    <a:pt x="106795" y="4562474"/>
                  </a:lnTo>
                  <a:lnTo>
                    <a:pt x="99361" y="4561742"/>
                  </a:lnTo>
                  <a:lnTo>
                    <a:pt x="57038" y="4547380"/>
                  </a:lnTo>
                  <a:lnTo>
                    <a:pt x="23432" y="4517916"/>
                  </a:lnTo>
                  <a:lnTo>
                    <a:pt x="3660" y="4477833"/>
                  </a:lnTo>
                  <a:lnTo>
                    <a:pt x="0" y="4455679"/>
                  </a:lnTo>
                  <a:lnTo>
                    <a:pt x="0" y="4448174"/>
                  </a:lnTo>
                  <a:lnTo>
                    <a:pt x="0" y="106794"/>
                  </a:lnTo>
                  <a:lnTo>
                    <a:pt x="11572" y="63625"/>
                  </a:lnTo>
                  <a:lnTo>
                    <a:pt x="38784" y="28170"/>
                  </a:lnTo>
                  <a:lnTo>
                    <a:pt x="77492" y="5828"/>
                  </a:lnTo>
                  <a:lnTo>
                    <a:pt x="106795" y="0"/>
                  </a:lnTo>
                  <a:lnTo>
                    <a:pt x="5131955" y="0"/>
                  </a:lnTo>
                  <a:lnTo>
                    <a:pt x="5175122" y="11572"/>
                  </a:lnTo>
                  <a:lnTo>
                    <a:pt x="5210577" y="38784"/>
                  </a:lnTo>
                  <a:lnTo>
                    <a:pt x="5232920" y="77492"/>
                  </a:lnTo>
                  <a:lnTo>
                    <a:pt x="5238749" y="106794"/>
                  </a:lnTo>
                  <a:lnTo>
                    <a:pt x="5238749" y="4455679"/>
                  </a:lnTo>
                  <a:lnTo>
                    <a:pt x="5227176" y="4498848"/>
                  </a:lnTo>
                  <a:lnTo>
                    <a:pt x="5199963" y="4534303"/>
                  </a:lnTo>
                  <a:lnTo>
                    <a:pt x="5161256" y="4556645"/>
                  </a:lnTo>
                  <a:lnTo>
                    <a:pt x="5139387" y="4561742"/>
                  </a:lnTo>
                  <a:lnTo>
                    <a:pt x="5131955" y="4562474"/>
                  </a:lnTo>
                  <a:close/>
                </a:path>
              </a:pathLst>
            </a:custGeom>
            <a:solidFill>
              <a:srgbClr val="F1F7E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34149" y="2193924"/>
              <a:ext cx="247650" cy="212725"/>
            </a:xfrm>
            <a:prstGeom prst="rect">
              <a:avLst/>
            </a:prstGeom>
          </p:spPr>
        </p:pic>
      </p:grpSp>
      <p:sp>
        <p:nvSpPr>
          <p:cNvPr id="30" name="object 30" descr=""/>
          <p:cNvSpPr txBox="1"/>
          <p:nvPr/>
        </p:nvSpPr>
        <p:spPr>
          <a:xfrm>
            <a:off x="6892925" y="2139950"/>
            <a:ext cx="20396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40" b="1">
                <a:solidFill>
                  <a:srgbClr val="2E7D32"/>
                </a:solidFill>
                <a:latin typeface="Tahoma"/>
                <a:cs typeface="Tahoma"/>
              </a:rPr>
              <a:t>Potential</a:t>
            </a:r>
            <a:r>
              <a:rPr dirty="0" sz="1800" spc="-105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800" spc="-135" b="1">
                <a:solidFill>
                  <a:srgbClr val="2E7D32"/>
                </a:solidFill>
                <a:latin typeface="Tahoma"/>
                <a:cs typeface="Tahoma"/>
              </a:rPr>
              <a:t>Challenges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6524624" y="2638424"/>
            <a:ext cx="4762500" cy="552450"/>
            <a:chOff x="6524624" y="2638424"/>
            <a:chExt cx="4762500" cy="552450"/>
          </a:xfrm>
        </p:grpSpPr>
        <p:sp>
          <p:nvSpPr>
            <p:cNvPr id="32" name="object 32" descr=""/>
            <p:cNvSpPr/>
            <p:nvPr/>
          </p:nvSpPr>
          <p:spPr>
            <a:xfrm>
              <a:off x="6524624" y="2638424"/>
              <a:ext cx="4762500" cy="552450"/>
            </a:xfrm>
            <a:custGeom>
              <a:avLst/>
              <a:gdLst/>
              <a:ahLst/>
              <a:cxnLst/>
              <a:rect l="l" t="t" r="r" b="b"/>
              <a:pathLst>
                <a:path w="4762500" h="552450">
                  <a:moveTo>
                    <a:pt x="4691302" y="552449"/>
                  </a:moveTo>
                  <a:lnTo>
                    <a:pt x="71196" y="552449"/>
                  </a:lnTo>
                  <a:lnTo>
                    <a:pt x="66240" y="551961"/>
                  </a:lnTo>
                  <a:lnTo>
                    <a:pt x="29705" y="536827"/>
                  </a:lnTo>
                  <a:lnTo>
                    <a:pt x="3885" y="500787"/>
                  </a:lnTo>
                  <a:lnTo>
                    <a:pt x="0" y="481253"/>
                  </a:lnTo>
                  <a:lnTo>
                    <a:pt x="0" y="47624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4691302" y="0"/>
                  </a:lnTo>
                  <a:lnTo>
                    <a:pt x="4732792" y="15621"/>
                  </a:lnTo>
                  <a:lnTo>
                    <a:pt x="4758612" y="51661"/>
                  </a:lnTo>
                  <a:lnTo>
                    <a:pt x="4762498" y="71196"/>
                  </a:lnTo>
                  <a:lnTo>
                    <a:pt x="4762498" y="481253"/>
                  </a:lnTo>
                  <a:lnTo>
                    <a:pt x="4746876" y="522743"/>
                  </a:lnTo>
                  <a:lnTo>
                    <a:pt x="4710836" y="548563"/>
                  </a:lnTo>
                  <a:lnTo>
                    <a:pt x="4696257" y="551961"/>
                  </a:lnTo>
                  <a:lnTo>
                    <a:pt x="4691302" y="552449"/>
                  </a:lnTo>
                  <a:close/>
                </a:path>
              </a:pathLst>
            </a:custGeom>
            <a:solidFill>
              <a:srgbClr val="FFFFFF">
                <a:alpha val="7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59574" y="2828924"/>
              <a:ext cx="44450" cy="171450"/>
            </a:xfrm>
            <a:prstGeom prst="rect">
              <a:avLst/>
            </a:prstGeom>
          </p:spPr>
        </p:pic>
      </p:grpSp>
      <p:sp>
        <p:nvSpPr>
          <p:cNvPr id="34" name="object 34" descr=""/>
          <p:cNvSpPr txBox="1"/>
          <p:nvPr/>
        </p:nvSpPr>
        <p:spPr>
          <a:xfrm>
            <a:off x="7026275" y="2778125"/>
            <a:ext cx="390334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30" b="1">
                <a:solidFill>
                  <a:srgbClr val="2E7D32"/>
                </a:solidFill>
                <a:latin typeface="Tahoma"/>
                <a:cs typeface="Tahoma"/>
              </a:rPr>
              <a:t>Volunteer</a:t>
            </a:r>
            <a:r>
              <a:rPr dirty="0" sz="1500" spc="-110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500" spc="-135" b="1">
                <a:solidFill>
                  <a:srgbClr val="2E7D32"/>
                </a:solidFill>
                <a:latin typeface="Tahoma"/>
                <a:cs typeface="Tahoma"/>
              </a:rPr>
              <a:t>shortage</a:t>
            </a:r>
            <a:r>
              <a:rPr dirty="0" sz="1500" spc="-110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500" spc="-95">
                <a:latin typeface="Tahoma"/>
                <a:cs typeface="Tahoma"/>
              </a:rPr>
              <a:t>-</a:t>
            </a:r>
            <a:r>
              <a:rPr dirty="0" sz="1500" spc="-135">
                <a:latin typeface="Tahoma"/>
                <a:cs typeface="Tahoma"/>
              </a:rPr>
              <a:t> </a:t>
            </a:r>
            <a:r>
              <a:rPr dirty="0" sz="1500" spc="-60">
                <a:latin typeface="Tahoma"/>
                <a:cs typeface="Tahoma"/>
              </a:rPr>
              <a:t>May</a:t>
            </a:r>
            <a:r>
              <a:rPr dirty="0" sz="1500" spc="-135">
                <a:latin typeface="Tahoma"/>
                <a:cs typeface="Tahoma"/>
              </a:rPr>
              <a:t> </a:t>
            </a:r>
            <a:r>
              <a:rPr dirty="0" sz="1500" spc="-40">
                <a:latin typeface="Tahoma"/>
                <a:cs typeface="Tahoma"/>
              </a:rPr>
              <a:t>affect</a:t>
            </a:r>
            <a:r>
              <a:rPr dirty="0" sz="1500" spc="-140">
                <a:latin typeface="Tahoma"/>
                <a:cs typeface="Tahoma"/>
              </a:rPr>
              <a:t> </a:t>
            </a:r>
            <a:r>
              <a:rPr dirty="0" sz="1500" spc="-10">
                <a:latin typeface="Tahoma"/>
                <a:cs typeface="Tahoma"/>
              </a:rPr>
              <a:t>pickup</a:t>
            </a:r>
            <a:r>
              <a:rPr dirty="0" sz="1500" spc="-135">
                <a:latin typeface="Tahoma"/>
                <a:cs typeface="Tahoma"/>
              </a:rPr>
              <a:t> </a:t>
            </a:r>
            <a:r>
              <a:rPr dirty="0" sz="1500" spc="-10">
                <a:latin typeface="Tahoma"/>
                <a:cs typeface="Tahoma"/>
              </a:rPr>
              <a:t>efficiency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6524624" y="3333750"/>
            <a:ext cx="4762500" cy="552450"/>
            <a:chOff x="6524624" y="3333750"/>
            <a:chExt cx="4762500" cy="552450"/>
          </a:xfrm>
        </p:grpSpPr>
        <p:sp>
          <p:nvSpPr>
            <p:cNvPr id="36" name="object 36" descr=""/>
            <p:cNvSpPr/>
            <p:nvPr/>
          </p:nvSpPr>
          <p:spPr>
            <a:xfrm>
              <a:off x="6524624" y="3333750"/>
              <a:ext cx="4762500" cy="552450"/>
            </a:xfrm>
            <a:custGeom>
              <a:avLst/>
              <a:gdLst/>
              <a:ahLst/>
              <a:cxnLst/>
              <a:rect l="l" t="t" r="r" b="b"/>
              <a:pathLst>
                <a:path w="4762500" h="552450">
                  <a:moveTo>
                    <a:pt x="4691302" y="552449"/>
                  </a:moveTo>
                  <a:lnTo>
                    <a:pt x="71196" y="552449"/>
                  </a:lnTo>
                  <a:lnTo>
                    <a:pt x="66240" y="551961"/>
                  </a:lnTo>
                  <a:lnTo>
                    <a:pt x="29705" y="536827"/>
                  </a:lnTo>
                  <a:lnTo>
                    <a:pt x="3885" y="500787"/>
                  </a:lnTo>
                  <a:lnTo>
                    <a:pt x="0" y="481252"/>
                  </a:lnTo>
                  <a:lnTo>
                    <a:pt x="0" y="47624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4691302" y="0"/>
                  </a:lnTo>
                  <a:lnTo>
                    <a:pt x="4732792" y="15621"/>
                  </a:lnTo>
                  <a:lnTo>
                    <a:pt x="4758612" y="51661"/>
                  </a:lnTo>
                  <a:lnTo>
                    <a:pt x="4762498" y="71196"/>
                  </a:lnTo>
                  <a:lnTo>
                    <a:pt x="4762498" y="481252"/>
                  </a:lnTo>
                  <a:lnTo>
                    <a:pt x="4746876" y="522744"/>
                  </a:lnTo>
                  <a:lnTo>
                    <a:pt x="4710836" y="548563"/>
                  </a:lnTo>
                  <a:lnTo>
                    <a:pt x="4696257" y="551961"/>
                  </a:lnTo>
                  <a:lnTo>
                    <a:pt x="4691302" y="552449"/>
                  </a:lnTo>
                  <a:close/>
                </a:path>
              </a:pathLst>
            </a:custGeom>
            <a:solidFill>
              <a:srgbClr val="FFFFFF">
                <a:alpha val="7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59574" y="3524249"/>
              <a:ext cx="44450" cy="171450"/>
            </a:xfrm>
            <a:prstGeom prst="rect">
              <a:avLst/>
            </a:prstGeom>
          </p:spPr>
        </p:pic>
      </p:grpSp>
      <p:sp>
        <p:nvSpPr>
          <p:cNvPr id="38" name="object 38" descr=""/>
          <p:cNvSpPr txBox="1"/>
          <p:nvPr/>
        </p:nvSpPr>
        <p:spPr>
          <a:xfrm>
            <a:off x="7026275" y="3473450"/>
            <a:ext cx="359410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20" b="1">
                <a:solidFill>
                  <a:srgbClr val="2E7D32"/>
                </a:solidFill>
                <a:latin typeface="Tahoma"/>
                <a:cs typeface="Tahoma"/>
              </a:rPr>
              <a:t>Food</a:t>
            </a:r>
            <a:r>
              <a:rPr dirty="0" sz="1500" spc="-105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500" spc="-130" b="1">
                <a:solidFill>
                  <a:srgbClr val="2E7D32"/>
                </a:solidFill>
                <a:latin typeface="Tahoma"/>
                <a:cs typeface="Tahoma"/>
              </a:rPr>
              <a:t>safety</a:t>
            </a:r>
            <a:r>
              <a:rPr dirty="0" sz="1500" spc="-100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500" spc="-114" b="1">
                <a:solidFill>
                  <a:srgbClr val="2E7D32"/>
                </a:solidFill>
                <a:latin typeface="Tahoma"/>
                <a:cs typeface="Tahoma"/>
              </a:rPr>
              <a:t>risks</a:t>
            </a:r>
            <a:r>
              <a:rPr dirty="0" sz="1500" spc="-105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500" spc="-95">
                <a:latin typeface="Tahoma"/>
                <a:cs typeface="Tahoma"/>
              </a:rPr>
              <a:t>-</a:t>
            </a:r>
            <a:r>
              <a:rPr dirty="0" sz="1500" spc="-130">
                <a:latin typeface="Tahoma"/>
                <a:cs typeface="Tahoma"/>
              </a:rPr>
              <a:t> </a:t>
            </a:r>
            <a:r>
              <a:rPr dirty="0" sz="1500" spc="-40">
                <a:latin typeface="Tahoma"/>
                <a:cs typeface="Tahoma"/>
              </a:rPr>
              <a:t>Requires</a:t>
            </a:r>
            <a:r>
              <a:rPr dirty="0" sz="1500" spc="-130">
                <a:latin typeface="Tahoma"/>
                <a:cs typeface="Tahoma"/>
              </a:rPr>
              <a:t> </a:t>
            </a:r>
            <a:r>
              <a:rPr dirty="0" sz="1500" spc="-20">
                <a:latin typeface="Tahoma"/>
                <a:cs typeface="Tahoma"/>
              </a:rPr>
              <a:t>strict</a:t>
            </a:r>
            <a:r>
              <a:rPr dirty="0" sz="1500" spc="-130">
                <a:latin typeface="Tahoma"/>
                <a:cs typeface="Tahoma"/>
              </a:rPr>
              <a:t> </a:t>
            </a:r>
            <a:r>
              <a:rPr dirty="0" sz="1500" spc="-10">
                <a:latin typeface="Tahoma"/>
                <a:cs typeface="Tahoma"/>
              </a:rPr>
              <a:t>monitoring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39" name="object 39" descr=""/>
          <p:cNvGrpSpPr/>
          <p:nvPr/>
        </p:nvGrpSpPr>
        <p:grpSpPr>
          <a:xfrm>
            <a:off x="6524624" y="4029074"/>
            <a:ext cx="4762500" cy="552450"/>
            <a:chOff x="6524624" y="4029074"/>
            <a:chExt cx="4762500" cy="552450"/>
          </a:xfrm>
        </p:grpSpPr>
        <p:sp>
          <p:nvSpPr>
            <p:cNvPr id="40" name="object 40" descr=""/>
            <p:cNvSpPr/>
            <p:nvPr/>
          </p:nvSpPr>
          <p:spPr>
            <a:xfrm>
              <a:off x="6524624" y="4029074"/>
              <a:ext cx="4762500" cy="552450"/>
            </a:xfrm>
            <a:custGeom>
              <a:avLst/>
              <a:gdLst/>
              <a:ahLst/>
              <a:cxnLst/>
              <a:rect l="l" t="t" r="r" b="b"/>
              <a:pathLst>
                <a:path w="4762500" h="552450">
                  <a:moveTo>
                    <a:pt x="4691302" y="552449"/>
                  </a:moveTo>
                  <a:lnTo>
                    <a:pt x="71196" y="552449"/>
                  </a:lnTo>
                  <a:lnTo>
                    <a:pt x="66240" y="551961"/>
                  </a:lnTo>
                  <a:lnTo>
                    <a:pt x="29705" y="536827"/>
                  </a:lnTo>
                  <a:lnTo>
                    <a:pt x="3885" y="500787"/>
                  </a:lnTo>
                  <a:lnTo>
                    <a:pt x="0" y="481253"/>
                  </a:lnTo>
                  <a:lnTo>
                    <a:pt x="0" y="47624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4691302" y="0"/>
                  </a:lnTo>
                  <a:lnTo>
                    <a:pt x="4732792" y="15621"/>
                  </a:lnTo>
                  <a:lnTo>
                    <a:pt x="4758612" y="51661"/>
                  </a:lnTo>
                  <a:lnTo>
                    <a:pt x="4762498" y="71196"/>
                  </a:lnTo>
                  <a:lnTo>
                    <a:pt x="4762498" y="481253"/>
                  </a:lnTo>
                  <a:lnTo>
                    <a:pt x="4746876" y="522743"/>
                  </a:lnTo>
                  <a:lnTo>
                    <a:pt x="4710836" y="548563"/>
                  </a:lnTo>
                  <a:lnTo>
                    <a:pt x="4696257" y="551961"/>
                  </a:lnTo>
                  <a:lnTo>
                    <a:pt x="4691302" y="552449"/>
                  </a:lnTo>
                  <a:close/>
                </a:path>
              </a:pathLst>
            </a:custGeom>
            <a:solidFill>
              <a:srgbClr val="FFFFFF">
                <a:alpha val="7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59574" y="4219574"/>
              <a:ext cx="44450" cy="171450"/>
            </a:xfrm>
            <a:prstGeom prst="rect">
              <a:avLst/>
            </a:prstGeom>
          </p:spPr>
        </p:pic>
      </p:grpSp>
      <p:sp>
        <p:nvSpPr>
          <p:cNvPr id="42" name="object 42" descr=""/>
          <p:cNvSpPr txBox="1"/>
          <p:nvPr/>
        </p:nvSpPr>
        <p:spPr>
          <a:xfrm>
            <a:off x="7026275" y="4168775"/>
            <a:ext cx="380746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0" b="1">
                <a:solidFill>
                  <a:srgbClr val="2E7D32"/>
                </a:solidFill>
                <a:latin typeface="Tahoma"/>
                <a:cs typeface="Tahoma"/>
              </a:rPr>
              <a:t>Scalability </a:t>
            </a:r>
            <a:r>
              <a:rPr dirty="0" sz="1500" spc="-130" b="1">
                <a:solidFill>
                  <a:srgbClr val="2E7D32"/>
                </a:solidFill>
                <a:latin typeface="Tahoma"/>
                <a:cs typeface="Tahoma"/>
              </a:rPr>
              <a:t>issues</a:t>
            </a:r>
            <a:r>
              <a:rPr dirty="0" sz="1500" spc="-100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500" spc="-95">
                <a:latin typeface="Tahoma"/>
                <a:cs typeface="Tahoma"/>
              </a:rPr>
              <a:t>-</a:t>
            </a:r>
            <a:r>
              <a:rPr dirty="0" sz="1500" spc="-125">
                <a:latin typeface="Tahoma"/>
                <a:cs typeface="Tahoma"/>
              </a:rPr>
              <a:t> </a:t>
            </a:r>
            <a:r>
              <a:rPr dirty="0" sz="1500" spc="-35">
                <a:latin typeface="Tahoma"/>
                <a:cs typeface="Tahoma"/>
              </a:rPr>
              <a:t>Challenges</a:t>
            </a:r>
            <a:r>
              <a:rPr dirty="0" sz="1500" spc="-125">
                <a:latin typeface="Tahoma"/>
                <a:cs typeface="Tahoma"/>
              </a:rPr>
              <a:t> </a:t>
            </a:r>
            <a:r>
              <a:rPr dirty="0" sz="1500" spc="-10">
                <a:latin typeface="Tahoma"/>
                <a:cs typeface="Tahoma"/>
              </a:rPr>
              <a:t>with</a:t>
            </a:r>
            <a:r>
              <a:rPr dirty="0" sz="1500" spc="-130">
                <a:latin typeface="Tahoma"/>
                <a:cs typeface="Tahoma"/>
              </a:rPr>
              <a:t> </a:t>
            </a:r>
            <a:r>
              <a:rPr dirty="0" sz="1500" spc="-45">
                <a:latin typeface="Tahoma"/>
                <a:cs typeface="Tahoma"/>
              </a:rPr>
              <a:t>user</a:t>
            </a:r>
            <a:r>
              <a:rPr dirty="0" sz="1500" spc="-125">
                <a:latin typeface="Tahoma"/>
                <a:cs typeface="Tahoma"/>
              </a:rPr>
              <a:t> </a:t>
            </a:r>
            <a:r>
              <a:rPr dirty="0" sz="1500" spc="-10">
                <a:latin typeface="Tahoma"/>
                <a:cs typeface="Tahoma"/>
              </a:rPr>
              <a:t>growth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54049" y="358775"/>
            <a:ext cx="176593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215" b="1">
                <a:solidFill>
                  <a:srgbClr val="FFFFFF"/>
                </a:solidFill>
                <a:latin typeface="Tahoma"/>
                <a:cs typeface="Tahoma"/>
              </a:rPr>
              <a:t>Thank</a:t>
            </a:r>
            <a:r>
              <a:rPr dirty="0" sz="3000" spc="-25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000" spc="-370" b="1">
                <a:solidFill>
                  <a:srgbClr val="FFFFFF"/>
                </a:solidFill>
                <a:latin typeface="Tahoma"/>
                <a:cs typeface="Tahoma"/>
              </a:rPr>
              <a:t>You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83134" y="947964"/>
            <a:ext cx="7425690" cy="2185670"/>
          </a:xfrm>
          <a:prstGeom prst="rect"/>
        </p:spPr>
        <p:txBody>
          <a:bodyPr wrap="square" lIns="0" tIns="5568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385"/>
              </a:spcBef>
            </a:pPr>
            <a:r>
              <a:rPr dirty="0" sz="7500" spc="130" b="0">
                <a:solidFill>
                  <a:srgbClr val="2E7D32"/>
                </a:solidFill>
                <a:latin typeface="Tahoma"/>
                <a:cs typeface="Tahoma"/>
              </a:rPr>
              <a:t>"</a:t>
            </a:r>
            <a:endParaRPr sz="75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200"/>
              </a:spcBef>
            </a:pPr>
            <a:r>
              <a:rPr dirty="0" sz="2100" spc="-110" b="0">
                <a:solidFill>
                  <a:srgbClr val="333333"/>
                </a:solidFill>
                <a:latin typeface="Tahoma"/>
                <a:cs typeface="Tahoma"/>
              </a:rPr>
              <a:t>When</a:t>
            </a:r>
            <a:r>
              <a:rPr dirty="0" sz="2100" spc="-200" b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dirty="0" sz="2100" spc="-75" b="0">
                <a:solidFill>
                  <a:srgbClr val="333333"/>
                </a:solidFill>
                <a:latin typeface="Tahoma"/>
                <a:cs typeface="Tahoma"/>
              </a:rPr>
              <a:t>we</a:t>
            </a:r>
            <a:r>
              <a:rPr dirty="0" sz="2100" spc="-200" b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dirty="0" sz="2100" spc="-60" b="0">
                <a:solidFill>
                  <a:srgbClr val="333333"/>
                </a:solidFill>
                <a:latin typeface="Tahoma"/>
                <a:cs typeface="Tahoma"/>
              </a:rPr>
              <a:t>give</a:t>
            </a:r>
            <a:r>
              <a:rPr dirty="0" sz="2100" spc="-200" b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dirty="0" sz="2100" spc="-35" b="0">
                <a:solidFill>
                  <a:srgbClr val="333333"/>
                </a:solidFill>
                <a:latin typeface="Tahoma"/>
                <a:cs typeface="Tahoma"/>
              </a:rPr>
              <a:t>cheerfully</a:t>
            </a:r>
            <a:r>
              <a:rPr dirty="0" sz="2100" spc="-200" b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dirty="0" sz="2100" spc="-35" b="0">
                <a:solidFill>
                  <a:srgbClr val="333333"/>
                </a:solidFill>
                <a:latin typeface="Tahoma"/>
                <a:cs typeface="Tahoma"/>
              </a:rPr>
              <a:t>and</a:t>
            </a:r>
            <a:r>
              <a:rPr dirty="0" sz="2100" spc="-195" b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dirty="0" sz="2100" spc="-55" b="0">
                <a:solidFill>
                  <a:srgbClr val="333333"/>
                </a:solidFill>
                <a:latin typeface="Tahoma"/>
                <a:cs typeface="Tahoma"/>
              </a:rPr>
              <a:t>accept</a:t>
            </a:r>
            <a:r>
              <a:rPr dirty="0" sz="2100" spc="-200" b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dirty="0" sz="2100" spc="-60" b="0">
                <a:solidFill>
                  <a:srgbClr val="333333"/>
                </a:solidFill>
                <a:latin typeface="Tahoma"/>
                <a:cs typeface="Tahoma"/>
              </a:rPr>
              <a:t>gratefully,</a:t>
            </a:r>
            <a:r>
              <a:rPr dirty="0" sz="2100" spc="-200" b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dirty="0" sz="2100" spc="-55" b="0">
                <a:solidFill>
                  <a:srgbClr val="333333"/>
                </a:solidFill>
                <a:latin typeface="Tahoma"/>
                <a:cs typeface="Tahoma"/>
              </a:rPr>
              <a:t>everyone</a:t>
            </a:r>
            <a:r>
              <a:rPr dirty="0" sz="2100" spc="-200" b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dirty="0" sz="2100" spc="-20" b="0">
                <a:solidFill>
                  <a:srgbClr val="333333"/>
                </a:solidFill>
                <a:latin typeface="Tahoma"/>
                <a:cs typeface="Tahoma"/>
              </a:rPr>
              <a:t>is</a:t>
            </a:r>
            <a:r>
              <a:rPr dirty="0" sz="2100" spc="-200" b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dirty="0" sz="2100" spc="-10" b="0">
                <a:solidFill>
                  <a:srgbClr val="333333"/>
                </a:solidFill>
                <a:latin typeface="Tahoma"/>
                <a:cs typeface="Tahoma"/>
              </a:rPr>
              <a:t>blessed.</a:t>
            </a:r>
            <a:endParaRPr sz="21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44666" y="3502025"/>
            <a:ext cx="158750" cy="15875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5620891" y="3435350"/>
            <a:ext cx="1273810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-185" b="1">
                <a:solidFill>
                  <a:srgbClr val="2E7D32"/>
                </a:solidFill>
                <a:latin typeface="Tahoma"/>
                <a:cs typeface="Tahoma"/>
              </a:rPr>
              <a:t>Maya</a:t>
            </a:r>
            <a:r>
              <a:rPr dirty="0" sz="1650" spc="-120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1650" spc="-135" b="1">
                <a:solidFill>
                  <a:srgbClr val="2E7D32"/>
                </a:solidFill>
                <a:latin typeface="Tahoma"/>
                <a:cs typeface="Tahoma"/>
              </a:rPr>
              <a:t>Angelou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5524498" y="4286249"/>
            <a:ext cx="1143000" cy="38100"/>
          </a:xfrm>
          <a:custGeom>
            <a:avLst/>
            <a:gdLst/>
            <a:ahLst/>
            <a:cxnLst/>
            <a:rect l="l" t="t" r="r" b="b"/>
            <a:pathLst>
              <a:path w="1143000" h="38100">
                <a:moveTo>
                  <a:pt x="1126476" y="38099"/>
                </a:moveTo>
                <a:lnTo>
                  <a:pt x="16524" y="38099"/>
                </a:lnTo>
                <a:lnTo>
                  <a:pt x="14094" y="37616"/>
                </a:lnTo>
                <a:lnTo>
                  <a:pt x="0" y="21575"/>
                </a:lnTo>
                <a:lnTo>
                  <a:pt x="0" y="19049"/>
                </a:lnTo>
                <a:lnTo>
                  <a:pt x="0" y="16523"/>
                </a:lnTo>
                <a:lnTo>
                  <a:pt x="16524" y="0"/>
                </a:lnTo>
                <a:lnTo>
                  <a:pt x="1126476" y="0"/>
                </a:lnTo>
                <a:lnTo>
                  <a:pt x="1142999" y="16523"/>
                </a:lnTo>
                <a:lnTo>
                  <a:pt x="1142999" y="21575"/>
                </a:lnTo>
                <a:lnTo>
                  <a:pt x="1128905" y="37616"/>
                </a:lnTo>
                <a:lnTo>
                  <a:pt x="1126476" y="38099"/>
                </a:lnTo>
                <a:close/>
              </a:path>
            </a:pathLst>
          </a:custGeom>
          <a:solidFill>
            <a:srgbClr val="4BAF4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4952801" y="4683125"/>
            <a:ext cx="2277110" cy="596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750" spc="-204" b="1">
                <a:solidFill>
                  <a:srgbClr val="2E7D32"/>
                </a:solidFill>
                <a:latin typeface="Tahoma"/>
                <a:cs typeface="Tahoma"/>
              </a:rPr>
              <a:t>Thank</a:t>
            </a:r>
            <a:r>
              <a:rPr dirty="0" sz="3750" spc="-160" b="1">
                <a:solidFill>
                  <a:srgbClr val="2E7D32"/>
                </a:solidFill>
                <a:latin typeface="Tahoma"/>
                <a:cs typeface="Tahoma"/>
              </a:rPr>
              <a:t> </a:t>
            </a:r>
            <a:r>
              <a:rPr dirty="0" sz="3750" spc="-405" b="1">
                <a:solidFill>
                  <a:srgbClr val="2E7D32"/>
                </a:solidFill>
                <a:latin typeface="Tahoma"/>
                <a:cs typeface="Tahoma"/>
              </a:rPr>
              <a:t>You</a:t>
            </a:r>
            <a:endParaRPr sz="3750">
              <a:latin typeface="Tahoma"/>
              <a:cs typeface="Tahoma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4905374" y="5591174"/>
            <a:ext cx="666750" cy="666750"/>
            <a:chOff x="4905374" y="5591174"/>
            <a:chExt cx="666750" cy="666750"/>
          </a:xfrm>
        </p:grpSpPr>
        <p:sp>
          <p:nvSpPr>
            <p:cNvPr id="9" name="object 9" descr=""/>
            <p:cNvSpPr/>
            <p:nvPr/>
          </p:nvSpPr>
          <p:spPr>
            <a:xfrm>
              <a:off x="4905374" y="5591174"/>
              <a:ext cx="666750" cy="666750"/>
            </a:xfrm>
            <a:custGeom>
              <a:avLst/>
              <a:gdLst/>
              <a:ahLst/>
              <a:cxnLst/>
              <a:rect l="l" t="t" r="r" b="b"/>
              <a:pathLst>
                <a:path w="666750" h="666750">
                  <a:moveTo>
                    <a:pt x="333374" y="666749"/>
                  </a:moveTo>
                  <a:lnTo>
                    <a:pt x="292563" y="664242"/>
                  </a:lnTo>
                  <a:lnTo>
                    <a:pt x="252370" y="656758"/>
                  </a:lnTo>
                  <a:lnTo>
                    <a:pt x="213396" y="644411"/>
                  </a:lnTo>
                  <a:lnTo>
                    <a:pt x="176222" y="627384"/>
                  </a:lnTo>
                  <a:lnTo>
                    <a:pt x="141412" y="605935"/>
                  </a:lnTo>
                  <a:lnTo>
                    <a:pt x="109493" y="580389"/>
                  </a:lnTo>
                  <a:lnTo>
                    <a:pt x="80941" y="551127"/>
                  </a:lnTo>
                  <a:lnTo>
                    <a:pt x="56183" y="518587"/>
                  </a:lnTo>
                  <a:lnTo>
                    <a:pt x="35594" y="483261"/>
                  </a:lnTo>
                  <a:lnTo>
                    <a:pt x="19486" y="445684"/>
                  </a:lnTo>
                  <a:lnTo>
                    <a:pt x="8099" y="406419"/>
                  </a:lnTo>
                  <a:lnTo>
                    <a:pt x="1605" y="366051"/>
                  </a:lnTo>
                  <a:lnTo>
                    <a:pt x="0" y="333374"/>
                  </a:lnTo>
                  <a:lnTo>
                    <a:pt x="100" y="325191"/>
                  </a:lnTo>
                  <a:lnTo>
                    <a:pt x="3607" y="284458"/>
                  </a:lnTo>
                  <a:lnTo>
                    <a:pt x="12074" y="244462"/>
                  </a:lnTo>
                  <a:lnTo>
                    <a:pt x="25375" y="205797"/>
                  </a:lnTo>
                  <a:lnTo>
                    <a:pt x="43310" y="169052"/>
                  </a:lnTo>
                  <a:lnTo>
                    <a:pt x="65604" y="134783"/>
                  </a:lnTo>
                  <a:lnTo>
                    <a:pt x="91926" y="103500"/>
                  </a:lnTo>
                  <a:lnTo>
                    <a:pt x="121883" y="75672"/>
                  </a:lnTo>
                  <a:lnTo>
                    <a:pt x="155022" y="51720"/>
                  </a:lnTo>
                  <a:lnTo>
                    <a:pt x="190838" y="32006"/>
                  </a:lnTo>
                  <a:lnTo>
                    <a:pt x="228798" y="16826"/>
                  </a:lnTo>
                  <a:lnTo>
                    <a:pt x="268335" y="6405"/>
                  </a:lnTo>
                  <a:lnTo>
                    <a:pt x="308852" y="902"/>
                  </a:lnTo>
                  <a:lnTo>
                    <a:pt x="333374" y="0"/>
                  </a:lnTo>
                  <a:lnTo>
                    <a:pt x="341558" y="100"/>
                  </a:lnTo>
                  <a:lnTo>
                    <a:pt x="382290" y="3608"/>
                  </a:lnTo>
                  <a:lnTo>
                    <a:pt x="422287" y="12074"/>
                  </a:lnTo>
                  <a:lnTo>
                    <a:pt x="460951" y="25375"/>
                  </a:lnTo>
                  <a:lnTo>
                    <a:pt x="497696" y="43310"/>
                  </a:lnTo>
                  <a:lnTo>
                    <a:pt x="531966" y="65605"/>
                  </a:lnTo>
                  <a:lnTo>
                    <a:pt x="563248" y="91926"/>
                  </a:lnTo>
                  <a:lnTo>
                    <a:pt x="591077" y="121884"/>
                  </a:lnTo>
                  <a:lnTo>
                    <a:pt x="615029" y="155021"/>
                  </a:lnTo>
                  <a:lnTo>
                    <a:pt x="634742" y="190838"/>
                  </a:lnTo>
                  <a:lnTo>
                    <a:pt x="649922" y="228799"/>
                  </a:lnTo>
                  <a:lnTo>
                    <a:pt x="660343" y="268336"/>
                  </a:lnTo>
                  <a:lnTo>
                    <a:pt x="665846" y="308852"/>
                  </a:lnTo>
                  <a:lnTo>
                    <a:pt x="666749" y="333374"/>
                  </a:lnTo>
                  <a:lnTo>
                    <a:pt x="666649" y="341558"/>
                  </a:lnTo>
                  <a:lnTo>
                    <a:pt x="663141" y="382290"/>
                  </a:lnTo>
                  <a:lnTo>
                    <a:pt x="654673" y="422286"/>
                  </a:lnTo>
                  <a:lnTo>
                    <a:pt x="641372" y="460950"/>
                  </a:lnTo>
                  <a:lnTo>
                    <a:pt x="623439" y="497696"/>
                  </a:lnTo>
                  <a:lnTo>
                    <a:pt x="601144" y="531965"/>
                  </a:lnTo>
                  <a:lnTo>
                    <a:pt x="574822" y="563248"/>
                  </a:lnTo>
                  <a:lnTo>
                    <a:pt x="544865" y="591076"/>
                  </a:lnTo>
                  <a:lnTo>
                    <a:pt x="511727" y="615028"/>
                  </a:lnTo>
                  <a:lnTo>
                    <a:pt x="475910" y="634741"/>
                  </a:lnTo>
                  <a:lnTo>
                    <a:pt x="437950" y="649922"/>
                  </a:lnTo>
                  <a:lnTo>
                    <a:pt x="398412" y="660343"/>
                  </a:lnTo>
                  <a:lnTo>
                    <a:pt x="357897" y="665847"/>
                  </a:lnTo>
                  <a:lnTo>
                    <a:pt x="333374" y="666749"/>
                  </a:lnTo>
                  <a:close/>
                </a:path>
              </a:pathLst>
            </a:custGeom>
            <a:solidFill>
              <a:srgbClr val="F1F7E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79851" y="5781674"/>
              <a:ext cx="304800" cy="285750"/>
            </a:xfrm>
            <a:prstGeom prst="rect">
              <a:avLst/>
            </a:prstGeom>
          </p:spPr>
        </p:pic>
      </p:grpSp>
      <p:grpSp>
        <p:nvGrpSpPr>
          <p:cNvPr id="11" name="object 11" descr=""/>
          <p:cNvGrpSpPr/>
          <p:nvPr/>
        </p:nvGrpSpPr>
        <p:grpSpPr>
          <a:xfrm>
            <a:off x="5762624" y="5591174"/>
            <a:ext cx="666750" cy="666750"/>
            <a:chOff x="5762624" y="5591174"/>
            <a:chExt cx="666750" cy="666750"/>
          </a:xfrm>
        </p:grpSpPr>
        <p:sp>
          <p:nvSpPr>
            <p:cNvPr id="12" name="object 12" descr=""/>
            <p:cNvSpPr/>
            <p:nvPr/>
          </p:nvSpPr>
          <p:spPr>
            <a:xfrm>
              <a:off x="5762624" y="5591174"/>
              <a:ext cx="666750" cy="666750"/>
            </a:xfrm>
            <a:custGeom>
              <a:avLst/>
              <a:gdLst/>
              <a:ahLst/>
              <a:cxnLst/>
              <a:rect l="l" t="t" r="r" b="b"/>
              <a:pathLst>
                <a:path w="666750" h="666750">
                  <a:moveTo>
                    <a:pt x="333374" y="666749"/>
                  </a:moveTo>
                  <a:lnTo>
                    <a:pt x="292563" y="664242"/>
                  </a:lnTo>
                  <a:lnTo>
                    <a:pt x="252370" y="656758"/>
                  </a:lnTo>
                  <a:lnTo>
                    <a:pt x="213396" y="644411"/>
                  </a:lnTo>
                  <a:lnTo>
                    <a:pt x="176222" y="627384"/>
                  </a:lnTo>
                  <a:lnTo>
                    <a:pt x="141412" y="605935"/>
                  </a:lnTo>
                  <a:lnTo>
                    <a:pt x="109493" y="580389"/>
                  </a:lnTo>
                  <a:lnTo>
                    <a:pt x="80941" y="551127"/>
                  </a:lnTo>
                  <a:lnTo>
                    <a:pt x="56182" y="518587"/>
                  </a:lnTo>
                  <a:lnTo>
                    <a:pt x="35594" y="483261"/>
                  </a:lnTo>
                  <a:lnTo>
                    <a:pt x="19487" y="445684"/>
                  </a:lnTo>
                  <a:lnTo>
                    <a:pt x="8100" y="406419"/>
                  </a:lnTo>
                  <a:lnTo>
                    <a:pt x="1605" y="366051"/>
                  </a:lnTo>
                  <a:lnTo>
                    <a:pt x="0" y="333374"/>
                  </a:lnTo>
                  <a:lnTo>
                    <a:pt x="100" y="325191"/>
                  </a:lnTo>
                  <a:lnTo>
                    <a:pt x="3607" y="284458"/>
                  </a:lnTo>
                  <a:lnTo>
                    <a:pt x="12074" y="244462"/>
                  </a:lnTo>
                  <a:lnTo>
                    <a:pt x="25376" y="205797"/>
                  </a:lnTo>
                  <a:lnTo>
                    <a:pt x="43310" y="169052"/>
                  </a:lnTo>
                  <a:lnTo>
                    <a:pt x="65604" y="134783"/>
                  </a:lnTo>
                  <a:lnTo>
                    <a:pt x="91926" y="103500"/>
                  </a:lnTo>
                  <a:lnTo>
                    <a:pt x="121883" y="75672"/>
                  </a:lnTo>
                  <a:lnTo>
                    <a:pt x="155021" y="51720"/>
                  </a:lnTo>
                  <a:lnTo>
                    <a:pt x="190838" y="32006"/>
                  </a:lnTo>
                  <a:lnTo>
                    <a:pt x="228797" y="16826"/>
                  </a:lnTo>
                  <a:lnTo>
                    <a:pt x="268335" y="6405"/>
                  </a:lnTo>
                  <a:lnTo>
                    <a:pt x="308852" y="902"/>
                  </a:lnTo>
                  <a:lnTo>
                    <a:pt x="333374" y="0"/>
                  </a:lnTo>
                  <a:lnTo>
                    <a:pt x="341558" y="100"/>
                  </a:lnTo>
                  <a:lnTo>
                    <a:pt x="382291" y="3608"/>
                  </a:lnTo>
                  <a:lnTo>
                    <a:pt x="422287" y="12074"/>
                  </a:lnTo>
                  <a:lnTo>
                    <a:pt x="460951" y="25375"/>
                  </a:lnTo>
                  <a:lnTo>
                    <a:pt x="497696" y="43310"/>
                  </a:lnTo>
                  <a:lnTo>
                    <a:pt x="531966" y="65605"/>
                  </a:lnTo>
                  <a:lnTo>
                    <a:pt x="563248" y="91926"/>
                  </a:lnTo>
                  <a:lnTo>
                    <a:pt x="591077" y="121884"/>
                  </a:lnTo>
                  <a:lnTo>
                    <a:pt x="615028" y="155021"/>
                  </a:lnTo>
                  <a:lnTo>
                    <a:pt x="634741" y="190838"/>
                  </a:lnTo>
                  <a:lnTo>
                    <a:pt x="649923" y="228799"/>
                  </a:lnTo>
                  <a:lnTo>
                    <a:pt x="660343" y="268336"/>
                  </a:lnTo>
                  <a:lnTo>
                    <a:pt x="665847" y="308852"/>
                  </a:lnTo>
                  <a:lnTo>
                    <a:pt x="666749" y="333374"/>
                  </a:lnTo>
                  <a:lnTo>
                    <a:pt x="666649" y="341558"/>
                  </a:lnTo>
                  <a:lnTo>
                    <a:pt x="663142" y="382290"/>
                  </a:lnTo>
                  <a:lnTo>
                    <a:pt x="654674" y="422286"/>
                  </a:lnTo>
                  <a:lnTo>
                    <a:pt x="641372" y="460950"/>
                  </a:lnTo>
                  <a:lnTo>
                    <a:pt x="623438" y="497696"/>
                  </a:lnTo>
                  <a:lnTo>
                    <a:pt x="601144" y="531965"/>
                  </a:lnTo>
                  <a:lnTo>
                    <a:pt x="574822" y="563248"/>
                  </a:lnTo>
                  <a:lnTo>
                    <a:pt x="544865" y="591076"/>
                  </a:lnTo>
                  <a:lnTo>
                    <a:pt x="511727" y="615028"/>
                  </a:lnTo>
                  <a:lnTo>
                    <a:pt x="475910" y="634741"/>
                  </a:lnTo>
                  <a:lnTo>
                    <a:pt x="437950" y="649922"/>
                  </a:lnTo>
                  <a:lnTo>
                    <a:pt x="398412" y="660343"/>
                  </a:lnTo>
                  <a:lnTo>
                    <a:pt x="357897" y="665847"/>
                  </a:lnTo>
                  <a:lnTo>
                    <a:pt x="333374" y="666749"/>
                  </a:lnTo>
                  <a:close/>
                </a:path>
              </a:pathLst>
            </a:custGeom>
            <a:solidFill>
              <a:srgbClr val="F1F7E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65676" y="5781674"/>
              <a:ext cx="260350" cy="285750"/>
            </a:xfrm>
            <a:prstGeom prst="rect">
              <a:avLst/>
            </a:prstGeom>
          </p:spPr>
        </p:pic>
      </p:grpSp>
      <p:grpSp>
        <p:nvGrpSpPr>
          <p:cNvPr id="14" name="object 14" descr=""/>
          <p:cNvGrpSpPr/>
          <p:nvPr/>
        </p:nvGrpSpPr>
        <p:grpSpPr>
          <a:xfrm>
            <a:off x="6619874" y="5591174"/>
            <a:ext cx="666750" cy="666750"/>
            <a:chOff x="6619874" y="5591174"/>
            <a:chExt cx="666750" cy="666750"/>
          </a:xfrm>
        </p:grpSpPr>
        <p:sp>
          <p:nvSpPr>
            <p:cNvPr id="15" name="object 15" descr=""/>
            <p:cNvSpPr/>
            <p:nvPr/>
          </p:nvSpPr>
          <p:spPr>
            <a:xfrm>
              <a:off x="6619874" y="5591174"/>
              <a:ext cx="666750" cy="666750"/>
            </a:xfrm>
            <a:custGeom>
              <a:avLst/>
              <a:gdLst/>
              <a:ahLst/>
              <a:cxnLst/>
              <a:rect l="l" t="t" r="r" b="b"/>
              <a:pathLst>
                <a:path w="666750" h="666750">
                  <a:moveTo>
                    <a:pt x="333374" y="666749"/>
                  </a:moveTo>
                  <a:lnTo>
                    <a:pt x="292564" y="664242"/>
                  </a:lnTo>
                  <a:lnTo>
                    <a:pt x="252371" y="656758"/>
                  </a:lnTo>
                  <a:lnTo>
                    <a:pt x="213396" y="644411"/>
                  </a:lnTo>
                  <a:lnTo>
                    <a:pt x="176222" y="627384"/>
                  </a:lnTo>
                  <a:lnTo>
                    <a:pt x="141412" y="605935"/>
                  </a:lnTo>
                  <a:lnTo>
                    <a:pt x="109493" y="580389"/>
                  </a:lnTo>
                  <a:lnTo>
                    <a:pt x="80942" y="551127"/>
                  </a:lnTo>
                  <a:lnTo>
                    <a:pt x="56182" y="518587"/>
                  </a:lnTo>
                  <a:lnTo>
                    <a:pt x="35595" y="483261"/>
                  </a:lnTo>
                  <a:lnTo>
                    <a:pt x="19487" y="445684"/>
                  </a:lnTo>
                  <a:lnTo>
                    <a:pt x="8100" y="406419"/>
                  </a:lnTo>
                  <a:lnTo>
                    <a:pt x="1605" y="366051"/>
                  </a:lnTo>
                  <a:lnTo>
                    <a:pt x="0" y="333374"/>
                  </a:lnTo>
                  <a:lnTo>
                    <a:pt x="100" y="325191"/>
                  </a:lnTo>
                  <a:lnTo>
                    <a:pt x="3607" y="284458"/>
                  </a:lnTo>
                  <a:lnTo>
                    <a:pt x="12075" y="244462"/>
                  </a:lnTo>
                  <a:lnTo>
                    <a:pt x="25376" y="205797"/>
                  </a:lnTo>
                  <a:lnTo>
                    <a:pt x="43310" y="169052"/>
                  </a:lnTo>
                  <a:lnTo>
                    <a:pt x="65605" y="134783"/>
                  </a:lnTo>
                  <a:lnTo>
                    <a:pt x="91927" y="103500"/>
                  </a:lnTo>
                  <a:lnTo>
                    <a:pt x="121884" y="75672"/>
                  </a:lnTo>
                  <a:lnTo>
                    <a:pt x="155021" y="51720"/>
                  </a:lnTo>
                  <a:lnTo>
                    <a:pt x="190838" y="32006"/>
                  </a:lnTo>
                  <a:lnTo>
                    <a:pt x="228798" y="16826"/>
                  </a:lnTo>
                  <a:lnTo>
                    <a:pt x="268335" y="6405"/>
                  </a:lnTo>
                  <a:lnTo>
                    <a:pt x="308853" y="902"/>
                  </a:lnTo>
                  <a:lnTo>
                    <a:pt x="333374" y="0"/>
                  </a:lnTo>
                  <a:lnTo>
                    <a:pt x="341558" y="100"/>
                  </a:lnTo>
                  <a:lnTo>
                    <a:pt x="382291" y="3608"/>
                  </a:lnTo>
                  <a:lnTo>
                    <a:pt x="422288" y="12074"/>
                  </a:lnTo>
                  <a:lnTo>
                    <a:pt x="460952" y="25375"/>
                  </a:lnTo>
                  <a:lnTo>
                    <a:pt x="497697" y="43310"/>
                  </a:lnTo>
                  <a:lnTo>
                    <a:pt x="531966" y="65605"/>
                  </a:lnTo>
                  <a:lnTo>
                    <a:pt x="563248" y="91926"/>
                  </a:lnTo>
                  <a:lnTo>
                    <a:pt x="591077" y="121884"/>
                  </a:lnTo>
                  <a:lnTo>
                    <a:pt x="615029" y="155021"/>
                  </a:lnTo>
                  <a:lnTo>
                    <a:pt x="634742" y="190838"/>
                  </a:lnTo>
                  <a:lnTo>
                    <a:pt x="649922" y="228799"/>
                  </a:lnTo>
                  <a:lnTo>
                    <a:pt x="660343" y="268336"/>
                  </a:lnTo>
                  <a:lnTo>
                    <a:pt x="665847" y="308852"/>
                  </a:lnTo>
                  <a:lnTo>
                    <a:pt x="666749" y="333374"/>
                  </a:lnTo>
                  <a:lnTo>
                    <a:pt x="666649" y="341558"/>
                  </a:lnTo>
                  <a:lnTo>
                    <a:pt x="663142" y="382290"/>
                  </a:lnTo>
                  <a:lnTo>
                    <a:pt x="654674" y="422286"/>
                  </a:lnTo>
                  <a:lnTo>
                    <a:pt x="641372" y="460950"/>
                  </a:lnTo>
                  <a:lnTo>
                    <a:pt x="623439" y="497696"/>
                  </a:lnTo>
                  <a:lnTo>
                    <a:pt x="601144" y="531965"/>
                  </a:lnTo>
                  <a:lnTo>
                    <a:pt x="574822" y="563248"/>
                  </a:lnTo>
                  <a:lnTo>
                    <a:pt x="544866" y="591076"/>
                  </a:lnTo>
                  <a:lnTo>
                    <a:pt x="511727" y="615028"/>
                  </a:lnTo>
                  <a:lnTo>
                    <a:pt x="475911" y="634741"/>
                  </a:lnTo>
                  <a:lnTo>
                    <a:pt x="437951" y="649922"/>
                  </a:lnTo>
                  <a:lnTo>
                    <a:pt x="398412" y="660343"/>
                  </a:lnTo>
                  <a:lnTo>
                    <a:pt x="357897" y="665847"/>
                  </a:lnTo>
                  <a:lnTo>
                    <a:pt x="333374" y="666749"/>
                  </a:lnTo>
                  <a:close/>
                </a:path>
              </a:pathLst>
            </a:custGeom>
            <a:solidFill>
              <a:srgbClr val="F1F7E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94350" y="5822949"/>
              <a:ext cx="317500" cy="2032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2025-11-06T20:56:43Z</dcterms:created>
  <dcterms:modified xsi:type="dcterms:W3CDTF">2025-11-06T20:56:43Z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2025-11-06T00:00:00Z</vt:filetime>
  </property>
  <property fmtid="{D5CDD505-2E9C-101B-9397-08002B2CF9AE}" pid="3" name="LastSaved">
    <vt:filetime>2025-11-06T00:00:00Z</vt:filetime>
  </property>
</Properties>
</file>